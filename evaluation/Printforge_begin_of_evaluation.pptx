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6"/>
  </p:notesMasterIdLst>
  <p:sldIdLst>
    <p:sldId id="256" r:id="rId2"/>
    <p:sldId id="260" r:id="rId3"/>
    <p:sldId id="274" r:id="rId4"/>
    <p:sldId id="285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A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5"/>
    <p:restoredTop sz="94658"/>
  </p:normalViewPr>
  <p:slideViewPr>
    <p:cSldViewPr snapToGrid="0">
      <p:cViewPr>
        <p:scale>
          <a:sx n="105" d="100"/>
          <a:sy n="105" d="100"/>
        </p:scale>
        <p:origin x="144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B9C1A-6DEC-7040-A2CD-0BFFEFD636EC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0579C-6C65-EB42-805A-DE57889045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762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0465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CB87-8BD6-1104-D32F-4DF571AB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9C54CF-6520-38CA-9D60-527C71B68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E884A7-C5FA-8DC8-2F68-C89469C58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A23136-5A04-5AD1-6DCF-1E5E51EAE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6978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64CD-B22C-D05A-9556-3AE654E6C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8A00D3-9FD4-CF0B-35FD-2B8EC8756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6EDFD4B-00F4-5E0C-17C2-91E2D25D5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6C335D-BC36-1971-542C-4DB53ABE2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9229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973B2-6756-8192-6EA3-2E866846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165EFBF-806B-D888-9221-DA34A51D0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62F35F-D4F1-ACE8-A4F2-C6BD803F0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CE6B22-249D-95ED-212E-A26F5C526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534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4CCF20-806D-5C16-30EB-2F9B29DB5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0C6059F-F706-060F-6121-AD470C5BD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88A8F7-184D-7E0B-698A-559BA314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5C6EB3-C195-304C-2C81-C1AF86C4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CFA8C7-FBB9-5197-CC75-0324F8BD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46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82ADD7-7887-58CC-1992-2715C024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1C51A4-A7DE-0624-DB39-477518D09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258543-C3C4-2ED4-3391-47C8FF07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3C7B0B-94A8-455D-5CF8-E9B54EEFB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E9B302-FA31-7FCB-69BE-A787FF91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34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DC4695-F977-42E5-30BC-8F07C47C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3A1319-C4DA-70B9-F2B3-32077BD3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307EBF-40B7-2C2B-3266-F796154C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B27083-892C-4FC0-593C-421CF4BD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CB1BAE-E80E-1E28-433E-6FE8FDCB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331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2E01-621B-5E29-A975-5C68739B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5718A5-3B44-1071-E059-9A87747CC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938A22-8008-3695-1BD7-E6FE9F3A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2C020A-D913-D5C2-0974-6F95AF63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3C3DDE-C1A7-139B-F511-87F51D21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BC5434-980D-7A6D-D03C-40DCFEB8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803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5DFA8-3E9B-D081-1060-686F44A2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F8E161-9E1A-C516-53EF-34792035A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5C943B-00BD-14F5-BA4C-4B191FA62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87E237-B29F-2383-507C-C18F38814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9FCD1A-7828-BFB8-DE5F-D0655A11A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B371AEF-3C82-7E4B-96C5-4FCC0FD1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EA3483E-684B-5BCF-CE98-2C1A19E2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122D73-6C50-A0DA-ACB0-116ADD0E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9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52E312-59C9-C1DC-02EE-BFB9473C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462141-52ED-699E-883A-208AD343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9FF0FC-379E-88F2-87E3-C7AB136E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03A716-A3F7-7B6E-D741-FE6639AE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88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EF230E6-2AE7-0F29-B5C6-E729D370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98B3FC-BC3F-CFB6-341C-ED8B58A4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4095F-1B5D-6D26-512E-11F7270D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478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0BF29-D609-E674-73D3-851A46A3F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583A87-9C14-DA89-68C4-5BF3476EF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2F6B8F-B66B-0137-47E7-6BA485039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862905-79F4-9CC9-6790-BB28670E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756EDE-41A4-A8D1-CAFA-E74AF0C0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6EF20E-94AF-DFF0-DB4C-B4635CBE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941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DF3A29-29A4-B490-3256-5AAB97D4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EFF4E54-D6A8-CAEF-D516-149EEC911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7135DD-1B6E-0BB4-CEEB-543C708CF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C738D0-2378-C34A-F775-A9C19BD2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669439-F9DE-18D2-D655-DFBEF6636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117F60-DFB4-B44D-834B-2558DCDC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71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0ECD7D-3BB9-33FF-E057-BC1F8F2F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B8AA109-FE43-DC69-AFFA-C78555F3C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F9A564-9FD9-E235-9100-D4245F8E8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E40CF8-1498-CFD8-F319-5E4907ACE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BB3B61-7944-D6BB-7AC2-874C6CE6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04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6A7A136-1E67-1D0B-85A1-DD787B62C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71FB05-8BAB-6115-8C4B-F282E20E3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51E803-586A-1EB4-FCED-E87953A4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394F23-C086-A17A-CC5C-FB3D0681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E8B623-EAD0-6285-B8F6-90813168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0197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F79DB3-8ED6-9B2E-2C1A-02D408A4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93B1BE-EEAA-C057-CF50-AEBB2C05C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AAC61B-3F5C-80BE-295A-59F7101D4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E4035-68A4-2741-8686-A9C99360A150}" type="datetimeFigureOut">
              <a:rPr lang="de-DE" smtClean="0"/>
              <a:t>14.06.26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B0C2A5-3B36-13BF-25D8-C8A0BBB7A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AB07E5-0C5A-BB3C-E515-BB23ABA59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60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46630-64FA-8AEE-FB6F-892F0E465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89019" y="2463281"/>
            <a:ext cx="9144000" cy="1091535"/>
          </a:xfrm>
        </p:spPr>
        <p:txBody>
          <a:bodyPr>
            <a:normAutofit/>
          </a:bodyPr>
          <a:lstStyle/>
          <a:p>
            <a:r>
              <a:rPr lang="de-DE" sz="66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Printforge</a:t>
            </a:r>
            <a:endParaRPr lang="de-DE" sz="66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C58AC6-AE6C-7AB1-5E69-CB2A3E6C0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904" y="3554816"/>
            <a:ext cx="5108154" cy="1655762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Shape </a:t>
            </a:r>
            <a:r>
              <a:rPr lang="de-DE" sz="2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Future </a:t>
            </a:r>
            <a:r>
              <a:rPr lang="de-DE" sz="2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Making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BDE72B4-DCE6-90A3-357E-F30119763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1649" y="-400449"/>
            <a:ext cx="3921632" cy="261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09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64510-4CC0-0BB8-906D-B2759825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BCE6EFF4-1AF7-0F0B-7AFD-9AA693E31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C1422B4-93B0-7F3C-D217-2DB1000E2AA2}"/>
              </a:ext>
            </a:extLst>
          </p:cNvPr>
          <p:cNvSpPr txBox="1"/>
          <p:nvPr/>
        </p:nvSpPr>
        <p:spPr>
          <a:xfrm>
            <a:off x="708660" y="1485567"/>
            <a:ext cx="627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Additional User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Requierements</a:t>
            </a:r>
            <a:endParaRPr lang="de-DE" sz="32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373E3BB2-9DBB-39DE-E089-4BA24F8613F2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3B868E4-1655-4AC2-6779-74215E0DC5E0}"/>
              </a:ext>
            </a:extLst>
          </p:cNvPr>
          <p:cNvSpPr txBox="1"/>
          <p:nvPr/>
        </p:nvSpPr>
        <p:spPr>
          <a:xfrm>
            <a:off x="708660" y="2240280"/>
            <a:ext cx="54691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b="1" dirty="0">
                <a:solidFill>
                  <a:schemeClr val="bg1"/>
                </a:solidFill>
              </a:rPr>
              <a:t>Add a </a:t>
            </a:r>
            <a:r>
              <a:rPr lang="de-DE" b="1" dirty="0" err="1">
                <a:solidFill>
                  <a:schemeClr val="bg1"/>
                </a:solidFill>
              </a:rPr>
              <a:t>dedicated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shop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page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where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users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can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purchase</a:t>
            </a:r>
            <a:r>
              <a:rPr lang="de-DE" b="1" dirty="0">
                <a:solidFill>
                  <a:schemeClr val="bg1"/>
                </a:solidFill>
              </a:rPr>
              <a:t> 3D </a:t>
            </a:r>
            <a:r>
              <a:rPr lang="de-DE" b="1" dirty="0" err="1">
                <a:solidFill>
                  <a:schemeClr val="bg1"/>
                </a:solidFill>
              </a:rPr>
              <a:t>printing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filament</a:t>
            </a:r>
            <a:r>
              <a:rPr lang="de-DE" b="1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de-DE" b="1" dirty="0" err="1">
                <a:solidFill>
                  <a:schemeClr val="bg1"/>
                </a:solidFill>
              </a:rPr>
              <a:t>Provide</a:t>
            </a:r>
            <a:r>
              <a:rPr lang="de-DE" b="1" dirty="0">
                <a:solidFill>
                  <a:schemeClr val="bg1"/>
                </a:solidFill>
              </a:rPr>
              <a:t> a </a:t>
            </a:r>
            <a:r>
              <a:rPr lang="de-DE" b="1" dirty="0" err="1">
                <a:solidFill>
                  <a:schemeClr val="bg1"/>
                </a:solidFill>
              </a:rPr>
              <a:t>variety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of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filament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types</a:t>
            </a:r>
            <a:r>
              <a:rPr lang="de-DE" b="1" dirty="0">
                <a:solidFill>
                  <a:schemeClr val="bg1"/>
                </a:solidFill>
              </a:rPr>
              <a:t> (e.g., PLA, PETG, ABS) and multiple </a:t>
            </a:r>
            <a:r>
              <a:rPr lang="de-DE" b="1" dirty="0" err="1">
                <a:solidFill>
                  <a:schemeClr val="bg1"/>
                </a:solidFill>
              </a:rPr>
              <a:t>color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options</a:t>
            </a:r>
            <a:r>
              <a:rPr lang="de-DE" b="1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de-DE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de-DE" b="1" dirty="0">
                <a:solidFill>
                  <a:schemeClr val="bg1"/>
                </a:solidFill>
              </a:rPr>
              <a:t>Support different 3D </a:t>
            </a:r>
            <a:r>
              <a:rPr lang="de-DE" b="1" dirty="0" err="1">
                <a:solidFill>
                  <a:schemeClr val="bg1"/>
                </a:solidFill>
              </a:rPr>
              <a:t>printing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file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formats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for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downloadable</a:t>
            </a:r>
            <a:endParaRPr lang="de-DE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de-DE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de-DE" b="1" dirty="0">
                <a:solidFill>
                  <a:schemeClr val="bg1"/>
                </a:solidFill>
              </a:rPr>
              <a:t>Offer </a:t>
            </a:r>
            <a:r>
              <a:rPr lang="de-DE" b="1" dirty="0" err="1">
                <a:solidFill>
                  <a:schemeClr val="bg1"/>
                </a:solidFill>
              </a:rPr>
              <a:t>free</a:t>
            </a:r>
            <a:r>
              <a:rPr lang="de-DE" b="1" dirty="0">
                <a:solidFill>
                  <a:schemeClr val="bg1"/>
                </a:solidFill>
              </a:rPr>
              <a:t> 3D </a:t>
            </a:r>
            <a:r>
              <a:rPr lang="de-DE" b="1" dirty="0" err="1">
                <a:solidFill>
                  <a:schemeClr val="bg1"/>
                </a:solidFill>
              </a:rPr>
              <a:t>model</a:t>
            </a:r>
            <a:r>
              <a:rPr lang="de-DE" b="1" dirty="0">
                <a:solidFill>
                  <a:schemeClr val="bg1"/>
                </a:solidFill>
              </a:rPr>
              <a:t>/design </a:t>
            </a:r>
            <a:r>
              <a:rPr lang="de-DE" b="1" dirty="0" err="1">
                <a:solidFill>
                  <a:schemeClr val="bg1"/>
                </a:solidFill>
              </a:rPr>
              <a:t>that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users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can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download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without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charge</a:t>
            </a:r>
            <a:r>
              <a:rPr lang="de-DE" b="1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810F0B6-9FBC-2CF5-746F-16F6F58A99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563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B6BFC-2F9C-52C3-9FD2-1D84006E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F7BA3672-48BE-DC48-6A02-79CDEA6CE270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AAF74EF-5AB9-4597-84EE-9B9A1AF4B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46CFEB0-BB5A-C0A9-1325-E70932C6C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526" y="1636828"/>
            <a:ext cx="3556948" cy="355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2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A809B-A5C4-FA34-72FC-B3EC3FB08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5EBD44-3E48-8532-D2C2-133CBEC76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5654" y="2741576"/>
            <a:ext cx="6357367" cy="1091535"/>
          </a:xfrm>
        </p:spPr>
        <p:txBody>
          <a:bodyPr>
            <a:normAutofit fontScale="90000"/>
          </a:bodyPr>
          <a:lstStyle/>
          <a:p>
            <a:r>
              <a:rPr lang="de-DE" sz="5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</a:t>
            </a:r>
            <a:br>
              <a:rPr lang="de-DE" sz="5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de-DE" sz="5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 </a:t>
            </a:r>
            <a:r>
              <a:rPr lang="de-DE" sz="5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Suggestions</a:t>
            </a:r>
            <a:endParaRPr lang="de-DE" sz="54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239E9B4-D51B-D6AE-31DF-5621A8F88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1649" y="-400449"/>
            <a:ext cx="3921632" cy="261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34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</Words>
  <Application>Microsoft Macintosh PowerPoint</Application>
  <PresentationFormat>Breitbild</PresentationFormat>
  <Paragraphs>15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Helvetica Neue</vt:lpstr>
      <vt:lpstr>Office</vt:lpstr>
      <vt:lpstr>Printforge</vt:lpstr>
      <vt:lpstr>PowerPoint-Präsentation</vt:lpstr>
      <vt:lpstr>PowerPoint-Präsentation</vt:lpstr>
      <vt:lpstr>Questions + 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Weigl</dc:creator>
  <cp:lastModifiedBy>Thomas Weigl</cp:lastModifiedBy>
  <cp:revision>12</cp:revision>
  <dcterms:created xsi:type="dcterms:W3CDTF">2026-04-30T10:41:42Z</dcterms:created>
  <dcterms:modified xsi:type="dcterms:W3CDTF">2026-06-14T12:39:57Z</dcterms:modified>
</cp:coreProperties>
</file>