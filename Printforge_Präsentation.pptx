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27"/>
  </p:notesMasterIdLst>
  <p:sldIdLst>
    <p:sldId id="256" r:id="rId2"/>
    <p:sldId id="257" r:id="rId3"/>
    <p:sldId id="259" r:id="rId4"/>
    <p:sldId id="281" r:id="rId5"/>
    <p:sldId id="278" r:id="rId6"/>
    <p:sldId id="260" r:id="rId7"/>
    <p:sldId id="261" r:id="rId8"/>
    <p:sldId id="262" r:id="rId9"/>
    <p:sldId id="263" r:id="rId10"/>
    <p:sldId id="279" r:id="rId11"/>
    <p:sldId id="265" r:id="rId12"/>
    <p:sldId id="266" r:id="rId13"/>
    <p:sldId id="267" r:id="rId14"/>
    <p:sldId id="269" r:id="rId15"/>
    <p:sldId id="270" r:id="rId16"/>
    <p:sldId id="283" r:id="rId17"/>
    <p:sldId id="273" r:id="rId18"/>
    <p:sldId id="274" r:id="rId19"/>
    <p:sldId id="275" r:id="rId20"/>
    <p:sldId id="276" r:id="rId21"/>
    <p:sldId id="277" r:id="rId22"/>
    <p:sldId id="286" r:id="rId23"/>
    <p:sldId id="282" r:id="rId24"/>
    <p:sldId id="284" r:id="rId25"/>
    <p:sldId id="285" r:id="rId2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1A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45"/>
    <p:restoredTop sz="94637"/>
  </p:normalViewPr>
  <p:slideViewPr>
    <p:cSldViewPr snapToGrid="0">
      <p:cViewPr varScale="1">
        <p:scale>
          <a:sx n="121" d="100"/>
          <a:sy n="121" d="100"/>
        </p:scale>
        <p:origin x="8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4B9C1A-6DEC-7040-A2CD-0BFFEFD636EC}" type="datetimeFigureOut">
              <a:rPr lang="de-DE" smtClean="0"/>
              <a:t>18.05.26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A0579C-6C65-EB42-805A-DE578890455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97762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0579C-6C65-EB42-805A-DE5788904550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504651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0579C-6C65-EB42-805A-DE5788904550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9787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55F14-72E1-9D10-4791-931261341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0366AF4-52FE-D0B7-17A6-60E30F9C3A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964EFAB-8937-40C6-674A-6D2ACF634F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C793DB9-9E55-715F-4485-23144C86B0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0579C-6C65-EB42-805A-DE5788904550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90035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CC405-108E-C2C9-BE4C-9887D77E7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AF904FF-02C9-3172-B53F-EF603F4112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2822A0C-BDAE-0519-C7DB-AAF539AC41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D50C369-F2F2-D5D4-794F-4979FB7BEF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0579C-6C65-EB42-805A-DE5788904550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296171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0D30F-0B1B-E610-6451-E0621B800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6A7EB02-6D06-23E7-9300-C8AC6492A7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373241E-BC77-5384-A18A-9E733D2D67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CB1F4E8-3D78-CB1E-7C5A-BD6C18B8BF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0579C-6C65-EB42-805A-DE5788904550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73262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0CB87-8BD6-1104-D32F-4DF571ABD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49C54CF-6520-38CA-9D60-527C71B687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5E884A7-C5FA-8DC8-2F68-C89469C580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EA23136-5A04-5AD1-6DCF-1E5E51EAE7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0579C-6C65-EB42-805A-DE5788904550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69782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1A22C-8975-A9F8-2896-3084E50CC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88A2BFD-4461-1BEC-7E89-E54E2A3D5F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8FDDB80-B268-469A-E367-7D8FF5090C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D29A10E-548A-48F7-1D2C-70354F2F28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0579C-6C65-EB42-805A-DE5788904550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16970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F3E3F-2F55-5308-41E5-7C74C30D8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5BB60B3-40AA-41F4-3062-8559D94D3C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0DA5482-E72D-C298-35ED-738DF8A4FD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F001DF7-2A1D-A4B3-D621-190CFA8A3D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0579C-6C65-EB42-805A-DE5788904550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90944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78A0D-980B-9AEB-8257-76C1BD98D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F5A8140-C5FC-FAAA-3E33-5820888FB9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1533DE0-271C-60E8-9D5B-71F6D7DD77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666FAF8-CC52-4F6A-3C90-68DE27CE99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0579C-6C65-EB42-805A-DE5788904550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49661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6FACF-1212-497D-0C04-1773679CB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26FE64E-0D47-0823-383C-52043FF4A4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D04A1A7-9229-4A92-80C3-2A10089C23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340CBA0-7D1D-B4E7-11E0-14D48D286C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0579C-6C65-EB42-805A-DE5788904550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693427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B7BC8-B3D7-72EF-758F-505984F7D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E3B0E1F-8F97-60A0-7589-03C47D8B9A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0CB7250-8A5A-548F-01AF-A60C6E5806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3FC607E-3BD1-5732-8DF8-0E56EEC3EB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0579C-6C65-EB42-805A-DE5788904550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01164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069C9-9259-46DC-DD0F-04478AA0F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5A8A64F-CE6C-4ED0-9654-4E2EDF82D4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ACE94CC-6FD0-AD1E-A7AD-49B3D487E7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614B033-0296-69E3-E5DE-C5A2C84628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0579C-6C65-EB42-805A-DE5788904550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81998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104BA-6DD6-6EFC-D106-59817B090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1211BAF-D769-222E-2548-09038D5D7E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1A10A2F-0A05-B841-61CE-3B57F45495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6B81C18-72C9-B31B-6B44-6C29D0C351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0579C-6C65-EB42-805A-DE5788904550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41599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D840E-B269-590A-28FA-C9903D143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4C167D3-FD46-27AA-E8D1-54112DF96D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68FD7D1-1CC8-7D46-2DAD-EBED5AD4B8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FD6C7F4-1D0E-37F2-548B-8ADF5ADB57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0579C-6C65-EB42-805A-DE5788904550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78825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30840-CAA4-43F7-0D45-3A69FF417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0CA4B9B-4039-ACDD-A34E-6455ADB375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E12BA9B-E62B-A28A-B99F-8C4F691ED3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C621973-807F-863F-6236-2858C9EB66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0579C-6C65-EB42-805A-DE5788904550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13912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69969-C3D0-5697-B073-61076FA5A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711319C-67B1-EBB8-62DD-5A4AACD536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BE01E2F-DA2A-B81C-2094-5F195184E8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3A38D60-BF14-3340-4CD6-4063893B6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0579C-6C65-EB42-805A-DE5788904550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07450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A9810-57EA-8DA2-376D-ED47DC101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D529C69-45CB-1994-BB5D-006C5ABD82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10EB423-7BBE-38C9-679C-3514D96544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54734FB-D024-3274-1BDB-F37E68F19A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0579C-6C65-EB42-805A-DE5788904550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24010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F64CD-B22C-D05A-9556-3AE654E6C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08A00D3-9FD4-CF0B-35FD-2B8EC87569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6EDFD4B-00F4-5E0C-17C2-91E2D25D50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56C335D-BC36-1971-542C-4DB53ABE25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0579C-6C65-EB42-805A-DE5788904550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92299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62C72-8CCA-551F-7F0D-18594FAF2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53700DB-5F97-1C8A-B056-EF00486DCA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3AAA076-9D09-17CF-49AA-655857F80D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B547376-35A4-CC1B-72D1-D10FBF2FB9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0579C-6C65-EB42-805A-DE5788904550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81352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362F1-7C97-F255-5294-AF93DA7D6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0EB3D92-DB02-A7FB-E54C-CEA807D330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858CFF2-422E-D1CE-5892-9967BFFA86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60C23AB-5058-046B-0359-DF52BA3AF0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0579C-6C65-EB42-805A-DE5788904550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7051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E0626-CB6C-474C-D0AE-0F3C0B99C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0336DD8-8BE1-C18B-50CE-98EDEAC7C7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76F90A5-FB90-4C62-438C-9E65F8250E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C731A2C-1F59-5580-DEEF-9E9311603D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0579C-6C65-EB42-805A-DE5788904550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97757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114D4-ADC2-CE59-573B-52C79C42D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FA0B0E0-D09F-CEBD-9428-77ED8AFBC3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DD69B51-1D74-811A-A30B-0AD84ACB35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4019D0B-5739-2CDA-8B85-3D804A58E8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0579C-6C65-EB42-805A-DE5788904550}" type="slidenum">
              <a:rPr lang="de-DE" smtClean="0"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6367855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C0A7E-4ED6-3605-1632-584EE78F2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CAE30F5-CE13-96E4-D3BF-BCFEA57E39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1009603-9E30-7E54-C179-FDCE5A2D3E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A79AF63-5666-EF85-3A7E-362A19D2C0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0579C-6C65-EB42-805A-DE5788904550}" type="slidenum">
              <a:rPr lang="de-DE" smtClean="0"/>
              <a:t>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4907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54DAB-07CE-3E59-0455-168E614F1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C990A4C-59C8-E5D0-49BD-887E65CBA3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E2DCDE9-FE71-CB48-A4AA-D34492C08D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F73D0CA-0B5D-7CF0-EE0E-B23E7528BD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0579C-6C65-EB42-805A-DE5788904550}" type="slidenum">
              <a:rPr lang="de-DE" smtClean="0"/>
              <a:t>24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094699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973B2-6756-8192-6EA3-2E866846D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165EFBF-806B-D888-9221-DA34A51D0F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D62F35F-D4F1-ACE8-A4F2-C6BD803F08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DCE6B22-249D-95ED-212E-A26F5C5262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0579C-6C65-EB42-805A-DE5788904550}" type="slidenum">
              <a:rPr lang="de-DE" smtClean="0"/>
              <a:t>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75347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4CCF20-806D-5C16-30EB-2F9B29DB58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0C6059F-F706-060F-6121-AD470C5BD7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088A8F7-184D-7E0B-698A-559BA3144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E4035-68A4-2741-8686-A9C99360A150}" type="datetimeFigureOut">
              <a:rPr lang="de-DE" smtClean="0"/>
              <a:t>18.05.26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15C6EB3-C195-304C-2C81-C1AF86C4E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3CFA8C7-FBB9-5197-CC75-0324F8BD8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15F3A-E224-C44D-998B-D90BEA9C07C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5467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82ADD7-7887-58CC-1992-2715C024A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81C51A4-A7DE-0624-DB39-477518D090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2258543-C3C4-2ED4-3391-47C8FF071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E4035-68A4-2741-8686-A9C99360A150}" type="datetimeFigureOut">
              <a:rPr lang="de-DE" smtClean="0"/>
              <a:t>18.05.26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93C7B0B-94A8-455D-5CF8-E9B54EEFB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E9B302-FA31-7FCB-69BE-A787FF91E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15F3A-E224-C44D-998B-D90BEA9C07C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7345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DC4695-F977-42E5-30BC-8F07C47CE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E3A1319-C4DA-70B9-F2B3-32077BD34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C307EBF-40B7-2C2B-3266-F796154C2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E4035-68A4-2741-8686-A9C99360A150}" type="datetimeFigureOut">
              <a:rPr lang="de-DE" smtClean="0"/>
              <a:t>18.05.26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9B27083-892C-4FC0-593C-421CF4BDC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0CB1BAE-E80E-1E28-433E-6FE8FDCBC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15F3A-E224-C44D-998B-D90BEA9C07C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3312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7E2E01-621B-5E29-A975-5C68739B6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75718A5-3B44-1071-E059-9A87747CC6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F938A22-8008-3695-1BD7-E6FE9F3A7D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32C020A-D913-D5C2-0974-6F95AF633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E4035-68A4-2741-8686-A9C99360A150}" type="datetimeFigureOut">
              <a:rPr lang="de-DE" smtClean="0"/>
              <a:t>18.05.26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73C3DDE-C1A7-139B-F511-87F51D214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FBC5434-980D-7A6D-D03C-40DCFEB8B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15F3A-E224-C44D-998B-D90BEA9C07C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8034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75DFA8-3E9B-D081-1060-686F44A22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1F8E161-9E1A-C516-53EF-34792035AE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E5C943B-00BD-14F5-BA4C-4B191FA62C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C87E237-B29F-2383-507C-C18F388146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A9FCD1A-7828-BFB8-DE5F-D0655A11A0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B371AEF-3C82-7E4B-96C5-4FCC0FD11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E4035-68A4-2741-8686-A9C99360A150}" type="datetimeFigureOut">
              <a:rPr lang="de-DE" smtClean="0"/>
              <a:t>18.05.26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EA3483E-684B-5BCF-CE98-2C1A19E29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0122D73-6C50-A0DA-ACB0-116ADD0E5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15F3A-E224-C44D-998B-D90BEA9C07C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597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52E312-59C9-C1DC-02EE-BFB9473C2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6462141-52ED-699E-883A-208AD343B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E4035-68A4-2741-8686-A9C99360A150}" type="datetimeFigureOut">
              <a:rPr lang="de-DE" smtClean="0"/>
              <a:t>18.05.26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C9FF0FC-379E-88F2-87E3-C7AB136E9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F03A716-A3F7-7B6E-D741-FE6639AE9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15F3A-E224-C44D-998B-D90BEA9C07C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7887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EF230E6-2AE7-0F29-B5C6-E729D370B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E4035-68A4-2741-8686-A9C99360A150}" type="datetimeFigureOut">
              <a:rPr lang="de-DE" smtClean="0"/>
              <a:t>18.05.26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398B3FC-BC3F-CFB6-341C-ED8B58A49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964095F-1B5D-6D26-512E-11F7270D7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15F3A-E224-C44D-998B-D90BEA9C07C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4789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30BF29-D609-E674-73D3-851A46A3F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F583A87-9C14-DA89-68C4-5BF3476EFC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D2F6B8F-B66B-0137-47E7-6BA485039A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9862905-79F4-9CC9-6790-BB28670ED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E4035-68A4-2741-8686-A9C99360A150}" type="datetimeFigureOut">
              <a:rPr lang="de-DE" smtClean="0"/>
              <a:t>18.05.26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B756EDE-41A4-A8D1-CAFA-E74AF0C05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B6EF20E-94AF-DFF0-DB4C-B4635CBE7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15F3A-E224-C44D-998B-D90BEA9C07C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9415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DF3A29-29A4-B490-3256-5AAB97D41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EFF4E54-D6A8-CAEF-D516-149EEC9112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07135DD-1B6E-0BB4-CEEB-543C708CFD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1C738D0-2378-C34A-F775-A9C19BD2F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E4035-68A4-2741-8686-A9C99360A150}" type="datetimeFigureOut">
              <a:rPr lang="de-DE" smtClean="0"/>
              <a:t>18.05.26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6669439-F9DE-18D2-D655-DFBEF6636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3117F60-DFB4-B44D-834B-2558DCDC9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15F3A-E224-C44D-998B-D90BEA9C07C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3716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0ECD7D-3BB9-33FF-E057-BC1F8F2F0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B8AA109-FE43-DC69-AFFA-C78555F3C4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FF9A564-9FD9-E235-9100-D4245F8E8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E4035-68A4-2741-8686-A9C99360A150}" type="datetimeFigureOut">
              <a:rPr lang="de-DE" smtClean="0"/>
              <a:t>18.05.26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9E40CF8-1498-CFD8-F319-5E4907ACE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2BB3B61-7944-D6BB-7AC2-874C6CE65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15F3A-E224-C44D-998B-D90BEA9C07C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6045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6A7A136-1E67-1D0B-85A1-DD787B62C8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271FB05-8BAB-6115-8C4B-F282E20E3A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151E803-586A-1EB4-FCED-E87953A41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E4035-68A4-2741-8686-A9C99360A150}" type="datetimeFigureOut">
              <a:rPr lang="de-DE" smtClean="0"/>
              <a:t>18.05.26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9394F23-C086-A17A-CC5C-FB3D06810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EE8B623-EAD0-6285-B8F6-90813168D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15F3A-E224-C44D-998B-D90BEA9C07C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0197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AF79DB3-8ED6-9B2E-2C1A-02D408A49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693B1BE-EEAA-C057-CF50-AEBB2C05C0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EAAC61B-3F5C-80BE-295A-59F7101D4D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9E4035-68A4-2741-8686-A9C99360A150}" type="datetimeFigureOut">
              <a:rPr lang="de-DE" smtClean="0"/>
              <a:t>18.05.26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2B0C2A5-3B36-13BF-25D8-C8A0BBB7AA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5AB07E5-0C5A-BB3C-E515-BB23ABA59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415F3A-E224-C44D-998B-D90BEA9C07C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1607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17/06/relationships/model3d" Target="../media/model3d2.glb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microsoft.com/office/2017/06/relationships/model3d" Target="../media/model3d1.glb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microsoft.com/office/2017/06/relationships/model3d" Target="../media/model3d2.glb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microsoft.com/office/2017/06/relationships/model3d" Target="../media/model3d1.glb"/><Relationship Id="rId9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microsoft.com/office/2017/06/relationships/model3d" Target="../media/model3d2.glb"/><Relationship Id="rId5" Type="http://schemas.openxmlformats.org/officeDocument/2006/relationships/image" Target="../media/image3.png"/><Relationship Id="rId4" Type="http://schemas.microsoft.com/office/2017/06/relationships/model3d" Target="../media/model3d1.glb"/><Relationship Id="rId9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746630-64FA-8AEE-FB6F-892F0E465A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189019" y="2463281"/>
            <a:ext cx="9144000" cy="1091535"/>
          </a:xfrm>
        </p:spPr>
        <p:txBody>
          <a:bodyPr>
            <a:normAutofit/>
          </a:bodyPr>
          <a:lstStyle/>
          <a:p>
            <a:r>
              <a:rPr lang="de-DE" sz="6600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Printforge</a:t>
            </a:r>
            <a:endParaRPr lang="de-DE" sz="66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5C58AC6-AE6C-7AB1-5E69-CB2A3E6C08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8904" y="3554816"/>
            <a:ext cx="5108154" cy="1655762"/>
          </a:xfrm>
        </p:spPr>
        <p:txBody>
          <a:bodyPr>
            <a:normAutofit/>
          </a:bodyPr>
          <a:lstStyle/>
          <a:p>
            <a:r>
              <a:rPr lang="de-DE" sz="28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Shape </a:t>
            </a:r>
            <a:r>
              <a:rPr lang="de-DE" sz="2800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</a:t>
            </a:r>
            <a:r>
              <a:rPr lang="de-DE" sz="28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Future </a:t>
            </a:r>
            <a:r>
              <a:rPr lang="de-DE" sz="2800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</a:t>
            </a:r>
            <a:r>
              <a:rPr lang="de-DE" sz="28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Making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BDE72B4-DCE6-90A3-357E-F301197633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41649" y="-400449"/>
            <a:ext cx="3921632" cy="2614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8091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29000">
              <a:schemeClr val="tx1"/>
            </a:gs>
            <a:gs pos="83000">
              <a:schemeClr val="tx1"/>
            </a:gs>
            <a:gs pos="100000">
              <a:schemeClr val="tx1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321C17CD-70C2-1655-A559-6887D9C67229}"/>
              </a:ext>
            </a:extLst>
          </p:cNvPr>
          <p:cNvSpPr/>
          <p:nvPr/>
        </p:nvSpPr>
        <p:spPr>
          <a:xfrm>
            <a:off x="2032635" y="2914650"/>
            <a:ext cx="1078230" cy="107442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0800" dist="50800" dir="1740000" algn="ctr" rotWithShape="0">
              <a:srgbClr val="00000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E66B422-1016-6548-DB9B-2E96C7575374}"/>
              </a:ext>
            </a:extLst>
          </p:cNvPr>
          <p:cNvSpPr/>
          <p:nvPr/>
        </p:nvSpPr>
        <p:spPr>
          <a:xfrm>
            <a:off x="4263390" y="2914650"/>
            <a:ext cx="1078230" cy="10744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6D90A58-CBD2-4E4C-6507-2CCE6DB46838}"/>
              </a:ext>
            </a:extLst>
          </p:cNvPr>
          <p:cNvSpPr/>
          <p:nvPr/>
        </p:nvSpPr>
        <p:spPr>
          <a:xfrm>
            <a:off x="6473190" y="2914650"/>
            <a:ext cx="1078230" cy="10744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267DFB6-602A-3792-61D8-2EC0F04F3935}"/>
              </a:ext>
            </a:extLst>
          </p:cNvPr>
          <p:cNvSpPr/>
          <p:nvPr/>
        </p:nvSpPr>
        <p:spPr>
          <a:xfrm>
            <a:off x="8705850" y="2914650"/>
            <a:ext cx="1078230" cy="10744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BD4B529B-3A85-68DC-2ED8-29A53257C951}"/>
              </a:ext>
            </a:extLst>
          </p:cNvPr>
          <p:cNvSpPr txBox="1"/>
          <p:nvPr/>
        </p:nvSpPr>
        <p:spPr>
          <a:xfrm>
            <a:off x="1496589" y="4103369"/>
            <a:ext cx="2112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Problems &amp; Vision 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D2CF76E5-7427-CB68-2320-8098C1206D0B}"/>
              </a:ext>
            </a:extLst>
          </p:cNvPr>
          <p:cNvSpPr txBox="1"/>
          <p:nvPr/>
        </p:nvSpPr>
        <p:spPr>
          <a:xfrm>
            <a:off x="4075747" y="4113087"/>
            <a:ext cx="1592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User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Profiles</a:t>
            </a:r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D927DE11-B117-6D07-5B17-115E8EE2AD8D}"/>
              </a:ext>
            </a:extLst>
          </p:cNvPr>
          <p:cNvSpPr txBox="1"/>
          <p:nvPr/>
        </p:nvSpPr>
        <p:spPr>
          <a:xfrm>
            <a:off x="6214110" y="4103370"/>
            <a:ext cx="17602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Considerations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+ Initial Design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31EFE227-5D36-0C49-7478-EB6110D9F574}"/>
              </a:ext>
            </a:extLst>
          </p:cNvPr>
          <p:cNvSpPr txBox="1"/>
          <p:nvPr/>
        </p:nvSpPr>
        <p:spPr>
          <a:xfrm>
            <a:off x="8460105" y="4103369"/>
            <a:ext cx="15925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Following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Steps</a:t>
            </a:r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46F24729-5840-AA16-1F81-0E48FBF1380F}"/>
              </a:ext>
            </a:extLst>
          </p:cNvPr>
          <p:cNvSpPr/>
          <p:nvPr/>
        </p:nvSpPr>
        <p:spPr>
          <a:xfrm>
            <a:off x="3086100" y="3388995"/>
            <a:ext cx="1188720" cy="1428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0007ABC7-9A7B-6246-17CF-BEC900F8ACAE}"/>
              </a:ext>
            </a:extLst>
          </p:cNvPr>
          <p:cNvSpPr/>
          <p:nvPr/>
        </p:nvSpPr>
        <p:spPr>
          <a:xfrm>
            <a:off x="5307330" y="3380422"/>
            <a:ext cx="1188720" cy="1428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62CA99D5-A72E-FDF0-95CC-BFD7A14337B8}"/>
              </a:ext>
            </a:extLst>
          </p:cNvPr>
          <p:cNvSpPr/>
          <p:nvPr/>
        </p:nvSpPr>
        <p:spPr>
          <a:xfrm>
            <a:off x="7528560" y="3380422"/>
            <a:ext cx="1188720" cy="1428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6" name="3D-Modell 25" descr="Hellgraue Kugel">
                <a:extLst>
                  <a:ext uri="{FF2B5EF4-FFF2-40B4-BE49-F238E27FC236}">
                    <a16:creationId xmlns:a16="http://schemas.microsoft.com/office/drawing/2014/main" id="{BBB49DBB-6F17-2EC5-981C-BE08420FC138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460038432"/>
                  </p:ext>
                </p:extLst>
              </p:nvPr>
            </p:nvGraphicFramePr>
            <p:xfrm>
              <a:off x="8643545" y="2783952"/>
              <a:ext cx="1173479" cy="1290096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1173479" cy="1290096"/>
                    </a:xfrm>
                    <a:prstGeom prst="rect">
                      <a:avLst/>
                    </a:prstGeom>
                  </am3d:spPr>
                  <am3d:camera>
                    <am3d:pos x="0" y="0" z="814691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3146" d="1000000"/>
                    <am3d:preTrans dx="-2" dy="-18000000" dz="3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207155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6" name="3D-Modell 25" descr="Hellgraue Kugel">
                <a:extLst>
                  <a:ext uri="{FF2B5EF4-FFF2-40B4-BE49-F238E27FC236}">
                    <a16:creationId xmlns:a16="http://schemas.microsoft.com/office/drawing/2014/main" id="{BBB49DBB-6F17-2EC5-981C-BE08420FC13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643545" y="2783952"/>
                <a:ext cx="1173479" cy="12900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0" name="3D-Modell 29" descr="Hellgraue Kugel">
                <a:extLst>
                  <a:ext uri="{FF2B5EF4-FFF2-40B4-BE49-F238E27FC236}">
                    <a16:creationId xmlns:a16="http://schemas.microsoft.com/office/drawing/2014/main" id="{37B13191-E7C5-087B-D954-C198247641C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64599569"/>
                  </p:ext>
                </p:extLst>
              </p:nvPr>
            </p:nvGraphicFramePr>
            <p:xfrm>
              <a:off x="6395128" y="2882699"/>
              <a:ext cx="1212614" cy="1212615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1212614" cy="1212615"/>
                    </a:xfrm>
                    <a:prstGeom prst="rect">
                      <a:avLst/>
                    </a:prstGeom>
                  </am3d:spPr>
                  <am3d:camera>
                    <am3d:pos x="0" y="0" z="814691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3146" d="1000000"/>
                    <am3d:preTrans dx="-2" dy="-18000000" dz="3"/>
                    <am3d:scale>
                      <am3d:sx n="1000000" d="1000000"/>
                      <am3d:sy n="1000000" d="1000000"/>
                      <am3d:sz n="1000000" d="1000000"/>
                    </am3d:scale>
                    <am3d:rot ax="-449957" ay="4942122" az="-446017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207154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0" name="3D-Modell 29" descr="Hellgraue Kugel">
                <a:extLst>
                  <a:ext uri="{FF2B5EF4-FFF2-40B4-BE49-F238E27FC236}">
                    <a16:creationId xmlns:a16="http://schemas.microsoft.com/office/drawing/2014/main" id="{37B13191-E7C5-087B-D954-C198247641C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95128" y="2882699"/>
                <a:ext cx="1212614" cy="1212615"/>
              </a:xfrm>
              <a:prstGeom prst="rect">
                <a:avLst/>
              </a:prstGeom>
            </p:spPr>
          </p:pic>
        </mc:Fallback>
      </mc:AlternateContent>
      <p:sp>
        <p:nvSpPr>
          <p:cNvPr id="32" name="Oval 31">
            <a:extLst>
              <a:ext uri="{FF2B5EF4-FFF2-40B4-BE49-F238E27FC236}">
                <a16:creationId xmlns:a16="http://schemas.microsoft.com/office/drawing/2014/main" id="{2C2646B9-BFCF-D267-1521-B281D0F981E6}"/>
              </a:ext>
            </a:extLst>
          </p:cNvPr>
          <p:cNvSpPr/>
          <p:nvPr/>
        </p:nvSpPr>
        <p:spPr>
          <a:xfrm>
            <a:off x="1891284" y="2799205"/>
            <a:ext cx="1307592" cy="129610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1" name="3D-Modell 30" descr="Hellgraue Kugel">
                <a:extLst>
                  <a:ext uri="{FF2B5EF4-FFF2-40B4-BE49-F238E27FC236}">
                    <a16:creationId xmlns:a16="http://schemas.microsoft.com/office/drawing/2014/main" id="{D152C3D6-57FE-C1B5-7F48-46E4CDAAD5F7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82114972"/>
                  </p:ext>
                </p:extLst>
              </p:nvPr>
            </p:nvGraphicFramePr>
            <p:xfrm>
              <a:off x="4202431" y="2798239"/>
              <a:ext cx="1173479" cy="1290096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1173479" cy="1290096"/>
                    </a:xfrm>
                    <a:prstGeom prst="rect">
                      <a:avLst/>
                    </a:prstGeom>
                  </am3d:spPr>
                  <am3d:camera>
                    <am3d:pos x="0" y="0" z="814691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3146" d="1000000"/>
                    <am3d:preTrans dx="-2" dy="-18000000" dz="3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207155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1" name="3D-Modell 30" descr="Hellgraue Kugel">
                <a:extLst>
                  <a:ext uri="{FF2B5EF4-FFF2-40B4-BE49-F238E27FC236}">
                    <a16:creationId xmlns:a16="http://schemas.microsoft.com/office/drawing/2014/main" id="{D152C3D6-57FE-C1B5-7F48-46E4CDAAD5F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202431" y="2798239"/>
                <a:ext cx="1173479" cy="12900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5" name="3D-Modell 24" descr="Hellgraue Kugel">
                <a:extLst>
                  <a:ext uri="{FF2B5EF4-FFF2-40B4-BE49-F238E27FC236}">
                    <a16:creationId xmlns:a16="http://schemas.microsoft.com/office/drawing/2014/main" id="{CD48091E-DB69-FB55-7136-F69036626D37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414811973"/>
                  </p:ext>
                </p:extLst>
              </p:nvPr>
            </p:nvGraphicFramePr>
            <p:xfrm>
              <a:off x="1958341" y="2813273"/>
              <a:ext cx="1173479" cy="1290096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1173479" cy="1290096"/>
                    </a:xfrm>
                    <a:prstGeom prst="rect">
                      <a:avLst/>
                    </a:prstGeom>
                  </am3d:spPr>
                  <am3d:camera>
                    <am3d:pos x="0" y="0" z="814691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3146" d="1000000"/>
                    <am3d:preTrans dx="-2" dy="-18000000" dz="3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207155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5" name="3D-Modell 24" descr="Hellgraue Kugel">
                <a:extLst>
                  <a:ext uri="{FF2B5EF4-FFF2-40B4-BE49-F238E27FC236}">
                    <a16:creationId xmlns:a16="http://schemas.microsoft.com/office/drawing/2014/main" id="{CD48091E-DB69-FB55-7136-F69036626D3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958341" y="2813273"/>
                <a:ext cx="1173479" cy="1290096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feld 1">
            <a:extLst>
              <a:ext uri="{FF2B5EF4-FFF2-40B4-BE49-F238E27FC236}">
                <a16:creationId xmlns:a16="http://schemas.microsoft.com/office/drawing/2014/main" id="{402E14F5-626D-8E69-7465-9E3C3F009F5D}"/>
              </a:ext>
            </a:extLst>
          </p:cNvPr>
          <p:cNvSpPr txBox="1"/>
          <p:nvPr/>
        </p:nvSpPr>
        <p:spPr>
          <a:xfrm>
            <a:off x="2886635" y="1276344"/>
            <a:ext cx="63627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800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Presentation</a:t>
            </a:r>
            <a:r>
              <a:rPr lang="de-DE" sz="48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sz="4800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Overview</a:t>
            </a:r>
            <a:endParaRPr lang="de-DE" sz="4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C5CF50FF-46FB-2F55-35A5-513351A8D54F}"/>
              </a:ext>
            </a:extLst>
          </p:cNvPr>
          <p:cNvSpPr txBox="1"/>
          <p:nvPr/>
        </p:nvSpPr>
        <p:spPr>
          <a:xfrm>
            <a:off x="1508747" y="4421604"/>
            <a:ext cx="21592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 Work Distribution</a:t>
            </a:r>
          </a:p>
          <a:p>
            <a:endParaRPr lang="de-DE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86E88343-7C77-155E-6E87-6C24869165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352002" y="-381136"/>
            <a:ext cx="3238637" cy="2159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4281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29000">
              <a:schemeClr val="tx1"/>
            </a:gs>
            <a:gs pos="83000">
              <a:schemeClr val="tx1"/>
            </a:gs>
            <a:gs pos="100000">
              <a:schemeClr val="tx1"/>
            </a:gs>
          </a:gsLst>
          <a:lin ang="81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84FC92-6461-9C46-5CD2-C5DED47D3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BB4536DF-B0E7-9479-F335-81D0285AEDFA}"/>
              </a:ext>
            </a:extLst>
          </p:cNvPr>
          <p:cNvSpPr txBox="1"/>
          <p:nvPr/>
        </p:nvSpPr>
        <p:spPr>
          <a:xfrm>
            <a:off x="708660" y="1485567"/>
            <a:ext cx="37285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Problems &amp; Vision</a:t>
            </a:r>
          </a:p>
        </p:txBody>
      </p:sp>
      <p:sp>
        <p:nvSpPr>
          <p:cNvPr id="4" name="Rechtwinkliges Dreieck 3">
            <a:extLst>
              <a:ext uri="{FF2B5EF4-FFF2-40B4-BE49-F238E27FC236}">
                <a16:creationId xmlns:a16="http://schemas.microsoft.com/office/drawing/2014/main" id="{D4D6C0BA-737F-6DE6-532B-50EFEF0F7BE2}"/>
              </a:ext>
            </a:extLst>
          </p:cNvPr>
          <p:cNvSpPr/>
          <p:nvPr/>
        </p:nvSpPr>
        <p:spPr>
          <a:xfrm flipH="1">
            <a:off x="5863590" y="-50256"/>
            <a:ext cx="6362700" cy="6931116"/>
          </a:xfrm>
          <a:prstGeom prst="rtTriangle">
            <a:avLst/>
          </a:prstGeom>
          <a:gradFill>
            <a:gsLst>
              <a:gs pos="0">
                <a:schemeClr val="accent4">
                  <a:lumMod val="5000"/>
                  <a:lumOff val="95000"/>
                </a:schemeClr>
              </a:gs>
              <a:gs pos="54000">
                <a:schemeClr val="bg1"/>
              </a:gs>
              <a:gs pos="0">
                <a:schemeClr val="bg2">
                  <a:lumMod val="7500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F3049296-1D76-5B7E-0214-15CEB84B2FDD}"/>
              </a:ext>
            </a:extLst>
          </p:cNvPr>
          <p:cNvSpPr txBox="1"/>
          <p:nvPr/>
        </p:nvSpPr>
        <p:spPr>
          <a:xfrm>
            <a:off x="708660" y="2240280"/>
            <a:ext cx="556904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Problems:</a:t>
            </a:r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lvl="1"/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-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No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central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hub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for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discovering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3D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prints</a:t>
            </a:r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lvl="1"/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- High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prices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for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users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without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 3D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printer</a:t>
            </a:r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742950" lvl="1" indent="-285750">
              <a:buFontTx/>
              <a:buChar char="-"/>
            </a:pPr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de-DE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Vision:</a:t>
            </a:r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lvl="1"/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- All-in-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one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3D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platform</a:t>
            </a:r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lvl="1"/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- Buy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ready-made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products</a:t>
            </a:r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lvl="1"/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- Download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models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for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self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-printing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DFCEF840-6CB9-51F2-D941-1CA0D8A8F8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2002" y="-381136"/>
            <a:ext cx="3238637" cy="2159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7252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29000">
              <a:schemeClr val="tx1"/>
            </a:gs>
            <a:gs pos="83000">
              <a:schemeClr val="tx1"/>
            </a:gs>
            <a:gs pos="100000">
              <a:schemeClr val="tx1"/>
            </a:gs>
          </a:gsLst>
          <a:lin ang="81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8807A7-E233-3431-0BBD-D6EC6DC9F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afik 20">
            <a:extLst>
              <a:ext uri="{FF2B5EF4-FFF2-40B4-BE49-F238E27FC236}">
                <a16:creationId xmlns:a16="http://schemas.microsoft.com/office/drawing/2014/main" id="{4D348DF4-8DDB-2B3A-7CCB-48DDD002AD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2002" y="-381136"/>
            <a:ext cx="3238637" cy="2159091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178C0B15-9143-6CA6-85D0-31AE075CAA09}"/>
              </a:ext>
            </a:extLst>
          </p:cNvPr>
          <p:cNvSpPr txBox="1"/>
          <p:nvPr/>
        </p:nvSpPr>
        <p:spPr>
          <a:xfrm>
            <a:off x="708660" y="1485567"/>
            <a:ext cx="35868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Work Distribution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C7173A2-9B70-BA90-F2ED-E54607AFF064}"/>
              </a:ext>
            </a:extLst>
          </p:cNvPr>
          <p:cNvSpPr txBox="1"/>
          <p:nvPr/>
        </p:nvSpPr>
        <p:spPr>
          <a:xfrm>
            <a:off x="708659" y="2239200"/>
            <a:ext cx="701913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- Concept Development: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Jointly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developed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idea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</a:p>
          <a:p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(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templates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+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product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purchase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combination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de-DE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- Initial Design: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Created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by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Thomas (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layout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structure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</a:t>
            </a:r>
          </a:p>
          <a:p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first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concepts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de-DE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- </a:t>
            </a:r>
            <a:r>
              <a:rPr lang="de-DE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Documentation</a:t>
            </a:r>
            <a:r>
              <a:rPr lang="de-DE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Handled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by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Matthis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based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on Thomas</a:t>
            </a:r>
          </a:p>
          <a:p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inputs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(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notes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drafts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voice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messages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de-DE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- </a:t>
            </a:r>
            <a:r>
              <a:rPr lang="de-DE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Presentation</a:t>
            </a:r>
            <a:r>
              <a:rPr lang="de-DE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: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Prepared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together</a:t>
            </a:r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de-DE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- Final Design: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Refined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collaboratively</a:t>
            </a:r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" name="Rechtwinkliges Dreieck 7">
            <a:extLst>
              <a:ext uri="{FF2B5EF4-FFF2-40B4-BE49-F238E27FC236}">
                <a16:creationId xmlns:a16="http://schemas.microsoft.com/office/drawing/2014/main" id="{C2939665-331E-9F92-F4FA-0DDC42F23B62}"/>
              </a:ext>
            </a:extLst>
          </p:cNvPr>
          <p:cNvSpPr/>
          <p:nvPr/>
        </p:nvSpPr>
        <p:spPr>
          <a:xfrm flipH="1">
            <a:off x="12195810" y="-50256"/>
            <a:ext cx="6362700" cy="6931116"/>
          </a:xfrm>
          <a:prstGeom prst="rtTriangle">
            <a:avLst/>
          </a:prstGeom>
          <a:gradFill>
            <a:gsLst>
              <a:gs pos="0">
                <a:schemeClr val="accent4">
                  <a:lumMod val="5000"/>
                  <a:lumOff val="95000"/>
                </a:schemeClr>
              </a:gs>
              <a:gs pos="54000">
                <a:schemeClr val="bg1"/>
              </a:gs>
              <a:gs pos="0">
                <a:schemeClr val="bg2">
                  <a:lumMod val="7500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1B5A912B-4FB5-5C32-D076-75AED52C84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3764" y="1863509"/>
            <a:ext cx="4885996" cy="313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8195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29000">
              <a:schemeClr val="tx1"/>
            </a:gs>
            <a:gs pos="83000">
              <a:schemeClr val="tx1"/>
            </a:gs>
            <a:gs pos="100000">
              <a:schemeClr val="tx1"/>
            </a:gs>
          </a:gsLst>
          <a:lin ang="81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CEA66C-CE39-C0DA-060D-CAA993677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8AA01040-463B-C20D-6327-64B6A389B3EF}"/>
              </a:ext>
            </a:extLst>
          </p:cNvPr>
          <p:cNvSpPr/>
          <p:nvPr/>
        </p:nvSpPr>
        <p:spPr>
          <a:xfrm>
            <a:off x="2032635" y="2914650"/>
            <a:ext cx="1078230" cy="107442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0800" dist="50800" dir="1740000" algn="ctr" rotWithShape="0">
              <a:srgbClr val="00000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BCA45EE-6381-F583-E56C-2524B8818CBD}"/>
              </a:ext>
            </a:extLst>
          </p:cNvPr>
          <p:cNvSpPr/>
          <p:nvPr/>
        </p:nvSpPr>
        <p:spPr>
          <a:xfrm>
            <a:off x="4263390" y="2914650"/>
            <a:ext cx="1078230" cy="10744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3F08FAC-1397-A6FD-ED74-FD8A8C4F196A}"/>
              </a:ext>
            </a:extLst>
          </p:cNvPr>
          <p:cNvSpPr/>
          <p:nvPr/>
        </p:nvSpPr>
        <p:spPr>
          <a:xfrm>
            <a:off x="6473190" y="2914650"/>
            <a:ext cx="1078230" cy="10744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B15E9BF-46D0-BB07-4BB6-3A0D76CFBC2F}"/>
              </a:ext>
            </a:extLst>
          </p:cNvPr>
          <p:cNvSpPr/>
          <p:nvPr/>
        </p:nvSpPr>
        <p:spPr>
          <a:xfrm>
            <a:off x="8705850" y="2914650"/>
            <a:ext cx="1078230" cy="10744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62A24364-8C11-4708-4BB5-B6AD731304C0}"/>
              </a:ext>
            </a:extLst>
          </p:cNvPr>
          <p:cNvSpPr txBox="1"/>
          <p:nvPr/>
        </p:nvSpPr>
        <p:spPr>
          <a:xfrm>
            <a:off x="6214110" y="4103370"/>
            <a:ext cx="17602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Considerations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+ Initial Design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66F5B86-8276-86B8-AFD2-D324378B21BB}"/>
              </a:ext>
            </a:extLst>
          </p:cNvPr>
          <p:cNvSpPr txBox="1"/>
          <p:nvPr/>
        </p:nvSpPr>
        <p:spPr>
          <a:xfrm>
            <a:off x="8460105" y="4103369"/>
            <a:ext cx="15925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Following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Steps</a:t>
            </a:r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8BFB8068-B6B6-B7EE-65E7-E3442F49BFFA}"/>
              </a:ext>
            </a:extLst>
          </p:cNvPr>
          <p:cNvSpPr/>
          <p:nvPr/>
        </p:nvSpPr>
        <p:spPr>
          <a:xfrm>
            <a:off x="3086100" y="3388995"/>
            <a:ext cx="1188720" cy="1428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D125EEC0-AFC1-8FFF-1DB8-CE2D5B0DC4CD}"/>
              </a:ext>
            </a:extLst>
          </p:cNvPr>
          <p:cNvSpPr/>
          <p:nvPr/>
        </p:nvSpPr>
        <p:spPr>
          <a:xfrm>
            <a:off x="5307330" y="3380422"/>
            <a:ext cx="1188720" cy="1428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C9764145-042C-F2A0-D179-AFD4AD25EB07}"/>
              </a:ext>
            </a:extLst>
          </p:cNvPr>
          <p:cNvSpPr/>
          <p:nvPr/>
        </p:nvSpPr>
        <p:spPr>
          <a:xfrm>
            <a:off x="7528560" y="3380422"/>
            <a:ext cx="1188720" cy="1428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EEC03921-1866-3CA2-C81B-F163941C0C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2002" y="-381136"/>
            <a:ext cx="3238637" cy="2159091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6" name="3D-Modell 25" descr="Hellgraue Kugel">
                <a:extLst>
                  <a:ext uri="{FF2B5EF4-FFF2-40B4-BE49-F238E27FC236}">
                    <a16:creationId xmlns:a16="http://schemas.microsoft.com/office/drawing/2014/main" id="{FACC34CC-47D0-4105-F86B-6DF81C31F2E8}"/>
                  </a:ext>
                </a:extLst>
              </p:cNvPr>
              <p:cNvGraphicFramePr/>
              <p:nvPr/>
            </p:nvGraphicFramePr>
            <p:xfrm>
              <a:off x="8643545" y="2783952"/>
              <a:ext cx="1173479" cy="1290096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1173479" cy="1290096"/>
                    </a:xfrm>
                    <a:prstGeom prst="rect">
                      <a:avLst/>
                    </a:prstGeom>
                  </am3d:spPr>
                  <am3d:camera>
                    <am3d:pos x="0" y="0" z="814691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3146" d="1000000"/>
                    <am3d:preTrans dx="-2" dy="-18000000" dz="3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207155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6" name="3D-Modell 25" descr="Hellgraue Kugel">
                <a:extLst>
                  <a:ext uri="{FF2B5EF4-FFF2-40B4-BE49-F238E27FC236}">
                    <a16:creationId xmlns:a16="http://schemas.microsoft.com/office/drawing/2014/main" id="{FACC34CC-47D0-4105-F86B-6DF81C31F2E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643545" y="2783952"/>
                <a:ext cx="1173479" cy="12900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0" name="3D-Modell 29" descr="Hellgraue Kugel">
                <a:extLst>
                  <a:ext uri="{FF2B5EF4-FFF2-40B4-BE49-F238E27FC236}">
                    <a16:creationId xmlns:a16="http://schemas.microsoft.com/office/drawing/2014/main" id="{EA661497-24B4-832F-0513-DD8BF920FDA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395128" y="2882699"/>
              <a:ext cx="1212614" cy="1212615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1212614" cy="1212615"/>
                    </a:xfrm>
                    <a:prstGeom prst="rect">
                      <a:avLst/>
                    </a:prstGeom>
                  </am3d:spPr>
                  <am3d:camera>
                    <am3d:pos x="0" y="0" z="814691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3146" d="1000000"/>
                    <am3d:preTrans dx="-2" dy="-18000000" dz="3"/>
                    <am3d:scale>
                      <am3d:sx n="1000000" d="1000000"/>
                      <am3d:sy n="1000000" d="1000000"/>
                      <am3d:sz n="1000000" d="1000000"/>
                    </am3d:scale>
                    <am3d:rot ax="-449957" ay="4942122" az="-44601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207154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0" name="3D-Modell 29" descr="Hellgraue Kugel">
                <a:extLst>
                  <a:ext uri="{FF2B5EF4-FFF2-40B4-BE49-F238E27FC236}">
                    <a16:creationId xmlns:a16="http://schemas.microsoft.com/office/drawing/2014/main" id="{EA661497-24B4-832F-0513-DD8BF920FDA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395128" y="2882699"/>
                <a:ext cx="1212614" cy="1212615"/>
              </a:xfrm>
              <a:prstGeom prst="rect">
                <a:avLst/>
              </a:prstGeom>
            </p:spPr>
          </p:pic>
        </mc:Fallback>
      </mc:AlternateContent>
      <p:sp>
        <p:nvSpPr>
          <p:cNvPr id="32" name="Oval 31">
            <a:extLst>
              <a:ext uri="{FF2B5EF4-FFF2-40B4-BE49-F238E27FC236}">
                <a16:creationId xmlns:a16="http://schemas.microsoft.com/office/drawing/2014/main" id="{9E5C49F7-B1FF-8E15-09A0-C1EDDEC192C9}"/>
              </a:ext>
            </a:extLst>
          </p:cNvPr>
          <p:cNvSpPr/>
          <p:nvPr/>
        </p:nvSpPr>
        <p:spPr>
          <a:xfrm>
            <a:off x="4129069" y="2788054"/>
            <a:ext cx="1307592" cy="129610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1" name="3D-Modell 30" descr="Hellgraue Kugel">
                <a:extLst>
                  <a:ext uri="{FF2B5EF4-FFF2-40B4-BE49-F238E27FC236}">
                    <a16:creationId xmlns:a16="http://schemas.microsoft.com/office/drawing/2014/main" id="{C72027D1-5B21-3AFC-1E4A-C0FFC6F74446}"/>
                  </a:ext>
                </a:extLst>
              </p:cNvPr>
              <p:cNvGraphicFramePr/>
              <p:nvPr/>
            </p:nvGraphicFramePr>
            <p:xfrm>
              <a:off x="4202431" y="2798239"/>
              <a:ext cx="1173479" cy="1290096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1173479" cy="1290096"/>
                    </a:xfrm>
                    <a:prstGeom prst="rect">
                      <a:avLst/>
                    </a:prstGeom>
                  </am3d:spPr>
                  <am3d:camera>
                    <am3d:pos x="0" y="0" z="814691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3146" d="1000000"/>
                    <am3d:preTrans dx="-2" dy="-18000000" dz="3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207155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1" name="3D-Modell 30" descr="Hellgraue Kugel">
                <a:extLst>
                  <a:ext uri="{FF2B5EF4-FFF2-40B4-BE49-F238E27FC236}">
                    <a16:creationId xmlns:a16="http://schemas.microsoft.com/office/drawing/2014/main" id="{C72027D1-5B21-3AFC-1E4A-C0FFC6F7444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202431" y="2798239"/>
                <a:ext cx="1173479" cy="12900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5" name="3D-Modell 24" descr="Hellgraue Kugel">
                <a:extLst>
                  <a:ext uri="{FF2B5EF4-FFF2-40B4-BE49-F238E27FC236}">
                    <a16:creationId xmlns:a16="http://schemas.microsoft.com/office/drawing/2014/main" id="{3138C5F7-8FCA-52C1-8089-8C2F44BC0E4D}"/>
                  </a:ext>
                </a:extLst>
              </p:cNvPr>
              <p:cNvGraphicFramePr/>
              <p:nvPr/>
            </p:nvGraphicFramePr>
            <p:xfrm>
              <a:off x="1958341" y="2813273"/>
              <a:ext cx="1173479" cy="1290096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1173479" cy="1290096"/>
                    </a:xfrm>
                    <a:prstGeom prst="rect">
                      <a:avLst/>
                    </a:prstGeom>
                  </am3d:spPr>
                  <am3d:camera>
                    <am3d:pos x="0" y="0" z="814691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3146" d="1000000"/>
                    <am3d:preTrans dx="-2" dy="-18000000" dz="3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207155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5" name="3D-Modell 24" descr="Hellgraue Kugel">
                <a:extLst>
                  <a:ext uri="{FF2B5EF4-FFF2-40B4-BE49-F238E27FC236}">
                    <a16:creationId xmlns:a16="http://schemas.microsoft.com/office/drawing/2014/main" id="{3138C5F7-8FCA-52C1-8089-8C2F44BC0E4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58341" y="2813273"/>
                <a:ext cx="1173479" cy="1290096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feld 1">
            <a:extLst>
              <a:ext uri="{FF2B5EF4-FFF2-40B4-BE49-F238E27FC236}">
                <a16:creationId xmlns:a16="http://schemas.microsoft.com/office/drawing/2014/main" id="{B3B6C0C8-940A-C420-ABA8-37A09FA51414}"/>
              </a:ext>
            </a:extLst>
          </p:cNvPr>
          <p:cNvSpPr txBox="1"/>
          <p:nvPr/>
        </p:nvSpPr>
        <p:spPr>
          <a:xfrm>
            <a:off x="4075747" y="4113087"/>
            <a:ext cx="1524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User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Profiles</a:t>
            </a:r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" name="3D-Modell 2" descr="Dunkelgraue Kugel">
                <a:extLst>
                  <a:ext uri="{FF2B5EF4-FFF2-40B4-BE49-F238E27FC236}">
                    <a16:creationId xmlns:a16="http://schemas.microsoft.com/office/drawing/2014/main" id="{71A188A1-2968-76E2-345F-F14370CE7E5E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92647901"/>
                  </p:ext>
                </p:extLst>
              </p:nvPr>
            </p:nvGraphicFramePr>
            <p:xfrm>
              <a:off x="1874160" y="2866769"/>
              <a:ext cx="1342275" cy="1217394"/>
            </p:xfrm>
            <a:graphic>
              <a:graphicData uri="http://schemas.microsoft.com/office/drawing/2017/model3d">
                <am3d:model3d r:embed="rId8">
                  <am3d:spPr>
                    <a:xfrm>
                      <a:off x="0" y="0"/>
                      <a:ext cx="1342275" cy="1217394"/>
                    </a:xfrm>
                    <a:prstGeom prst="rect">
                      <a:avLst/>
                    </a:prstGeom>
                  </am3d:spPr>
                  <am3d:camera>
                    <am3d:pos x="0" y="0" z="814691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3146" d="1000000"/>
                    <am3d:preTrans dx="-2" dy="-18000000" dz="3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9"/>
                  </am3d:raster>
                  <am3d:objViewport viewportSz="214907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" name="3D-Modell 2" descr="Dunkelgraue Kugel">
                <a:extLst>
                  <a:ext uri="{FF2B5EF4-FFF2-40B4-BE49-F238E27FC236}">
                    <a16:creationId xmlns:a16="http://schemas.microsoft.com/office/drawing/2014/main" id="{71A188A1-2968-76E2-345F-F14370CE7E5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874160" y="2866769"/>
                <a:ext cx="1342275" cy="1217394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feld 3">
            <a:extLst>
              <a:ext uri="{FF2B5EF4-FFF2-40B4-BE49-F238E27FC236}">
                <a16:creationId xmlns:a16="http://schemas.microsoft.com/office/drawing/2014/main" id="{508D4565-3CF0-0DF2-B461-D0D185B164EF}"/>
              </a:ext>
            </a:extLst>
          </p:cNvPr>
          <p:cNvSpPr txBox="1"/>
          <p:nvPr/>
        </p:nvSpPr>
        <p:spPr>
          <a:xfrm>
            <a:off x="2886635" y="1276344"/>
            <a:ext cx="63627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800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Presentation</a:t>
            </a:r>
            <a:r>
              <a:rPr lang="de-DE" sz="48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sz="4800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Overview</a:t>
            </a:r>
            <a:endParaRPr lang="de-DE" sz="4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00C905B3-1ECE-3CAB-8D61-F44E49C1D3B3}"/>
              </a:ext>
            </a:extLst>
          </p:cNvPr>
          <p:cNvSpPr txBox="1"/>
          <p:nvPr/>
        </p:nvSpPr>
        <p:spPr>
          <a:xfrm>
            <a:off x="1496589" y="4103369"/>
            <a:ext cx="2112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Problems &amp; Vision 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A81D5E36-C1FD-1E55-E502-570C1798CA74}"/>
              </a:ext>
            </a:extLst>
          </p:cNvPr>
          <p:cNvSpPr txBox="1"/>
          <p:nvPr/>
        </p:nvSpPr>
        <p:spPr>
          <a:xfrm>
            <a:off x="1508747" y="4421604"/>
            <a:ext cx="21592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 Work Distribution</a:t>
            </a:r>
          </a:p>
          <a:p>
            <a:endParaRPr lang="de-DE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623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29000">
              <a:schemeClr val="tx1"/>
            </a:gs>
            <a:gs pos="83000">
              <a:schemeClr val="tx1"/>
            </a:gs>
            <a:gs pos="100000">
              <a:schemeClr val="tx1"/>
            </a:gs>
          </a:gsLst>
          <a:lin ang="81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764510-4CC0-0BB8-906D-B2759825B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afik 20">
            <a:extLst>
              <a:ext uri="{FF2B5EF4-FFF2-40B4-BE49-F238E27FC236}">
                <a16:creationId xmlns:a16="http://schemas.microsoft.com/office/drawing/2014/main" id="{BCE6EFF4-1AF7-0F0B-7AFD-9AA693E31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2002" y="-381136"/>
            <a:ext cx="3238637" cy="2159091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7C1422B4-93B0-7F3C-D217-2DB1000E2AA2}"/>
              </a:ext>
            </a:extLst>
          </p:cNvPr>
          <p:cNvSpPr txBox="1"/>
          <p:nvPr/>
        </p:nvSpPr>
        <p:spPr>
          <a:xfrm>
            <a:off x="708660" y="1485567"/>
            <a:ext cx="26988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User </a:t>
            </a:r>
            <a:r>
              <a:rPr lang="de-DE" sz="3200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Profiles</a:t>
            </a:r>
            <a:endParaRPr lang="de-DE" sz="32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" name="Rechtwinkliges Dreieck 3">
            <a:extLst>
              <a:ext uri="{FF2B5EF4-FFF2-40B4-BE49-F238E27FC236}">
                <a16:creationId xmlns:a16="http://schemas.microsoft.com/office/drawing/2014/main" id="{373E3BB2-9DBB-39DE-E089-4BA24F8613F2}"/>
              </a:ext>
            </a:extLst>
          </p:cNvPr>
          <p:cNvSpPr/>
          <p:nvPr/>
        </p:nvSpPr>
        <p:spPr>
          <a:xfrm flipH="1">
            <a:off x="5863590" y="-50256"/>
            <a:ext cx="6362700" cy="6931116"/>
          </a:xfrm>
          <a:prstGeom prst="rtTriangle">
            <a:avLst/>
          </a:prstGeom>
          <a:gradFill>
            <a:gsLst>
              <a:gs pos="0">
                <a:schemeClr val="accent4">
                  <a:lumMod val="5000"/>
                  <a:lumOff val="95000"/>
                </a:schemeClr>
              </a:gs>
              <a:gs pos="54000">
                <a:schemeClr val="bg1"/>
              </a:gs>
              <a:gs pos="0">
                <a:schemeClr val="bg2">
                  <a:lumMod val="7500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3B868E4-1655-4AC2-6779-74215E0DC5E0}"/>
              </a:ext>
            </a:extLst>
          </p:cNvPr>
          <p:cNvSpPr txBox="1"/>
          <p:nvPr/>
        </p:nvSpPr>
        <p:spPr>
          <a:xfrm>
            <a:off x="708660" y="2240280"/>
            <a:ext cx="546911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3 Classes</a:t>
            </a:r>
          </a:p>
          <a:p>
            <a:r>
              <a:rPr lang="de-DE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- Teenagers &amp; Young Adults (15–25):</a:t>
            </a:r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lvl="1"/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Tech-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savvy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creators</a:t>
            </a:r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lvl="1"/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Design, customize, and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print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models</a:t>
            </a:r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lvl="1"/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de-DE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- Adults (30–50):</a:t>
            </a:r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lvl="1"/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Practical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users</a:t>
            </a:r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lvl="1"/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Choose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between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buying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and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printing</a:t>
            </a:r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lvl="1"/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de-DE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- Older People (50–70):</a:t>
            </a:r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lvl="1"/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Non-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technical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users</a:t>
            </a:r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lvl="1"/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Prefer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simple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purchase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ready-made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products</a:t>
            </a:r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A810F0B6-9FBC-2CF5-746F-16F6F58A99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65632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29000">
              <a:schemeClr val="tx1"/>
            </a:gs>
            <a:gs pos="83000">
              <a:schemeClr val="tx1"/>
            </a:gs>
            <a:gs pos="100000">
              <a:schemeClr val="tx1"/>
            </a:gs>
          </a:gsLst>
          <a:lin ang="81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B6B7EA-D565-2177-899B-61A5B4ACF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afik 20">
            <a:extLst>
              <a:ext uri="{FF2B5EF4-FFF2-40B4-BE49-F238E27FC236}">
                <a16:creationId xmlns:a16="http://schemas.microsoft.com/office/drawing/2014/main" id="{C9861F53-6C5F-AF5E-2201-C922FC48AC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2002" y="-381136"/>
            <a:ext cx="3238637" cy="2159091"/>
          </a:xfrm>
          <a:prstGeom prst="rect">
            <a:avLst/>
          </a:prstGeom>
        </p:spPr>
      </p:pic>
      <p:sp>
        <p:nvSpPr>
          <p:cNvPr id="4" name="Rechtwinkliges Dreieck 3">
            <a:extLst>
              <a:ext uri="{FF2B5EF4-FFF2-40B4-BE49-F238E27FC236}">
                <a16:creationId xmlns:a16="http://schemas.microsoft.com/office/drawing/2014/main" id="{5604AF19-6393-B141-193D-2B2A949A3EC5}"/>
              </a:ext>
            </a:extLst>
          </p:cNvPr>
          <p:cNvSpPr/>
          <p:nvPr/>
        </p:nvSpPr>
        <p:spPr>
          <a:xfrm flipH="1">
            <a:off x="5863590" y="-50256"/>
            <a:ext cx="6362700" cy="6931116"/>
          </a:xfrm>
          <a:prstGeom prst="rtTriangle">
            <a:avLst/>
          </a:prstGeom>
          <a:gradFill>
            <a:gsLst>
              <a:gs pos="0">
                <a:schemeClr val="accent4">
                  <a:lumMod val="5000"/>
                  <a:lumOff val="95000"/>
                </a:schemeClr>
              </a:gs>
              <a:gs pos="54000">
                <a:schemeClr val="bg1"/>
              </a:gs>
              <a:gs pos="0">
                <a:schemeClr val="bg2">
                  <a:lumMod val="7500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C64961A1-B3FC-714B-EDCF-E14A67ACBC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9540" y="1126813"/>
            <a:ext cx="7452921" cy="5213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392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29000">
              <a:schemeClr val="tx1"/>
            </a:gs>
            <a:gs pos="83000">
              <a:schemeClr val="tx1"/>
            </a:gs>
            <a:gs pos="100000">
              <a:schemeClr val="tx1"/>
            </a:gs>
          </a:gsLst>
          <a:lin ang="81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11D5C1-9311-5D56-25E7-BABC5FB46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afik 20">
            <a:extLst>
              <a:ext uri="{FF2B5EF4-FFF2-40B4-BE49-F238E27FC236}">
                <a16:creationId xmlns:a16="http://schemas.microsoft.com/office/drawing/2014/main" id="{90911E8B-4618-D80A-3570-AC69B04405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2002" y="-381136"/>
            <a:ext cx="3238637" cy="2159091"/>
          </a:xfrm>
          <a:prstGeom prst="rect">
            <a:avLst/>
          </a:prstGeom>
        </p:spPr>
      </p:pic>
      <p:sp>
        <p:nvSpPr>
          <p:cNvPr id="4" name="Rechtwinkliges Dreieck 3">
            <a:extLst>
              <a:ext uri="{FF2B5EF4-FFF2-40B4-BE49-F238E27FC236}">
                <a16:creationId xmlns:a16="http://schemas.microsoft.com/office/drawing/2014/main" id="{FB068AE5-7685-145C-C360-67E69C8D1573}"/>
              </a:ext>
            </a:extLst>
          </p:cNvPr>
          <p:cNvSpPr/>
          <p:nvPr/>
        </p:nvSpPr>
        <p:spPr>
          <a:xfrm flipH="1">
            <a:off x="5863590" y="-50256"/>
            <a:ext cx="6362700" cy="6931116"/>
          </a:xfrm>
          <a:prstGeom prst="rtTriangle">
            <a:avLst/>
          </a:prstGeom>
          <a:gradFill>
            <a:gsLst>
              <a:gs pos="0">
                <a:schemeClr val="accent4">
                  <a:lumMod val="5000"/>
                  <a:lumOff val="95000"/>
                </a:schemeClr>
              </a:gs>
              <a:gs pos="54000">
                <a:schemeClr val="bg1"/>
              </a:gs>
              <a:gs pos="0">
                <a:schemeClr val="bg2">
                  <a:lumMod val="7500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4DDB7BE0-DE11-B4AB-EA4B-87799ECD19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9538" y="1126813"/>
            <a:ext cx="7452921" cy="5213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393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29000">
              <a:schemeClr val="tx1"/>
            </a:gs>
            <a:gs pos="83000">
              <a:schemeClr val="tx1"/>
            </a:gs>
            <a:gs pos="100000">
              <a:schemeClr val="tx1"/>
            </a:gs>
          </a:gsLst>
          <a:lin ang="81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A32D95-814B-5224-C93D-CF89FF495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afik 20">
            <a:extLst>
              <a:ext uri="{FF2B5EF4-FFF2-40B4-BE49-F238E27FC236}">
                <a16:creationId xmlns:a16="http://schemas.microsoft.com/office/drawing/2014/main" id="{C440D303-D835-9C02-C466-C1D61DD88F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2002" y="-381136"/>
            <a:ext cx="3238637" cy="2159091"/>
          </a:xfrm>
          <a:prstGeom prst="rect">
            <a:avLst/>
          </a:prstGeom>
        </p:spPr>
      </p:pic>
      <p:sp>
        <p:nvSpPr>
          <p:cNvPr id="4" name="Rechtwinkliges Dreieck 3">
            <a:extLst>
              <a:ext uri="{FF2B5EF4-FFF2-40B4-BE49-F238E27FC236}">
                <a16:creationId xmlns:a16="http://schemas.microsoft.com/office/drawing/2014/main" id="{35A72A95-A6C5-3CAF-3CCB-6F80CA1C8125}"/>
              </a:ext>
            </a:extLst>
          </p:cNvPr>
          <p:cNvSpPr/>
          <p:nvPr/>
        </p:nvSpPr>
        <p:spPr>
          <a:xfrm flipH="1">
            <a:off x="5863590" y="-50256"/>
            <a:ext cx="6362700" cy="6931116"/>
          </a:xfrm>
          <a:prstGeom prst="rtTriangle">
            <a:avLst/>
          </a:prstGeom>
          <a:gradFill>
            <a:gsLst>
              <a:gs pos="0">
                <a:schemeClr val="accent4">
                  <a:lumMod val="5000"/>
                  <a:lumOff val="95000"/>
                </a:schemeClr>
              </a:gs>
              <a:gs pos="54000">
                <a:schemeClr val="bg1"/>
              </a:gs>
              <a:gs pos="0">
                <a:schemeClr val="bg2">
                  <a:lumMod val="7500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C2263858-2D63-49E2-5A23-A308617FC4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9538" y="1126813"/>
            <a:ext cx="7452921" cy="5213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753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29000">
              <a:schemeClr val="tx1"/>
            </a:gs>
            <a:gs pos="83000">
              <a:schemeClr val="tx1"/>
            </a:gs>
            <a:gs pos="100000">
              <a:schemeClr val="tx1"/>
            </a:gs>
          </a:gsLst>
          <a:lin ang="81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954BA7-1CE8-A56B-0A08-95A344C66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2CA230D3-76C1-B36D-2E84-17BE402BC889}"/>
              </a:ext>
            </a:extLst>
          </p:cNvPr>
          <p:cNvSpPr/>
          <p:nvPr/>
        </p:nvSpPr>
        <p:spPr>
          <a:xfrm>
            <a:off x="2043786" y="2914650"/>
            <a:ext cx="1078230" cy="107442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0800" dist="50800" dir="1740000" algn="ctr" rotWithShape="0">
              <a:srgbClr val="00000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A8E5C98-0BD6-1D78-25B5-971E405D06B2}"/>
              </a:ext>
            </a:extLst>
          </p:cNvPr>
          <p:cNvSpPr/>
          <p:nvPr/>
        </p:nvSpPr>
        <p:spPr>
          <a:xfrm>
            <a:off x="4274541" y="2914650"/>
            <a:ext cx="1078230" cy="10744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23D3548-ADC9-46EE-E6C5-C0C2B67C0FEB}"/>
              </a:ext>
            </a:extLst>
          </p:cNvPr>
          <p:cNvSpPr/>
          <p:nvPr/>
        </p:nvSpPr>
        <p:spPr>
          <a:xfrm>
            <a:off x="6484341" y="2914650"/>
            <a:ext cx="1078230" cy="10744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76F0F07-F7BC-0210-0B6C-97C80C73547D}"/>
              </a:ext>
            </a:extLst>
          </p:cNvPr>
          <p:cNvSpPr/>
          <p:nvPr/>
        </p:nvSpPr>
        <p:spPr>
          <a:xfrm>
            <a:off x="8717001" y="2914650"/>
            <a:ext cx="1078230" cy="10744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CCC78B64-A5B8-4C5F-2BA8-5DFB89439EB7}"/>
              </a:ext>
            </a:extLst>
          </p:cNvPr>
          <p:cNvSpPr txBox="1"/>
          <p:nvPr/>
        </p:nvSpPr>
        <p:spPr>
          <a:xfrm>
            <a:off x="6225261" y="4103370"/>
            <a:ext cx="17602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Considerations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+ Initial Design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1DA1B06D-5086-E54E-6CCA-604FFD6D9EF5}"/>
              </a:ext>
            </a:extLst>
          </p:cNvPr>
          <p:cNvSpPr txBox="1"/>
          <p:nvPr/>
        </p:nvSpPr>
        <p:spPr>
          <a:xfrm>
            <a:off x="8471256" y="4103369"/>
            <a:ext cx="15925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Following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Steps</a:t>
            </a:r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C2C9C4F9-5AA5-B4F3-38C9-37CA61AFE070}"/>
              </a:ext>
            </a:extLst>
          </p:cNvPr>
          <p:cNvSpPr/>
          <p:nvPr/>
        </p:nvSpPr>
        <p:spPr>
          <a:xfrm>
            <a:off x="5318481" y="3380422"/>
            <a:ext cx="1188720" cy="1428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BED46A8C-BD5B-8712-86A9-6F97F10154C5}"/>
              </a:ext>
            </a:extLst>
          </p:cNvPr>
          <p:cNvSpPr/>
          <p:nvPr/>
        </p:nvSpPr>
        <p:spPr>
          <a:xfrm>
            <a:off x="7539711" y="3380422"/>
            <a:ext cx="1188720" cy="1428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BE86F210-A545-ED6F-69CE-92493661F9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2002" y="-381136"/>
            <a:ext cx="3238637" cy="2159091"/>
          </a:xfrm>
          <a:prstGeom prst="rect">
            <a:avLst/>
          </a:prstGeom>
        </p:spPr>
      </p:pic>
      <p:sp>
        <p:nvSpPr>
          <p:cNvPr id="22" name="Textfeld 21">
            <a:extLst>
              <a:ext uri="{FF2B5EF4-FFF2-40B4-BE49-F238E27FC236}">
                <a16:creationId xmlns:a16="http://schemas.microsoft.com/office/drawing/2014/main" id="{EE93337C-9BF5-AF56-BC6B-0E583D43D165}"/>
              </a:ext>
            </a:extLst>
          </p:cNvPr>
          <p:cNvSpPr txBox="1"/>
          <p:nvPr/>
        </p:nvSpPr>
        <p:spPr>
          <a:xfrm>
            <a:off x="2886635" y="1276344"/>
            <a:ext cx="63627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800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Presentation</a:t>
            </a:r>
            <a:r>
              <a:rPr lang="de-DE" sz="48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sz="4800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Overview</a:t>
            </a:r>
            <a:endParaRPr lang="de-DE" sz="4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6" name="3D-Modell 25" descr="Hellgraue Kugel">
                <a:extLst>
                  <a:ext uri="{FF2B5EF4-FFF2-40B4-BE49-F238E27FC236}">
                    <a16:creationId xmlns:a16="http://schemas.microsoft.com/office/drawing/2014/main" id="{72FE3547-4823-19AB-4AA5-C6BE0CB74EE0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769243177"/>
                  </p:ext>
                </p:extLst>
              </p:nvPr>
            </p:nvGraphicFramePr>
            <p:xfrm>
              <a:off x="8654696" y="2783952"/>
              <a:ext cx="1173479" cy="1290096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1173479" cy="1290096"/>
                    </a:xfrm>
                    <a:prstGeom prst="rect">
                      <a:avLst/>
                    </a:prstGeom>
                  </am3d:spPr>
                  <am3d:camera>
                    <am3d:pos x="0" y="0" z="814691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3146" d="1000000"/>
                    <am3d:preTrans dx="-2" dy="-18000000" dz="3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207155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6" name="3D-Modell 25" descr="Hellgraue Kugel">
                <a:extLst>
                  <a:ext uri="{FF2B5EF4-FFF2-40B4-BE49-F238E27FC236}">
                    <a16:creationId xmlns:a16="http://schemas.microsoft.com/office/drawing/2014/main" id="{72FE3547-4823-19AB-4AA5-C6BE0CB74EE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654696" y="2783952"/>
                <a:ext cx="1173479" cy="1290096"/>
              </a:xfrm>
              <a:prstGeom prst="rect">
                <a:avLst/>
              </a:prstGeom>
            </p:spPr>
          </p:pic>
        </mc:Fallback>
      </mc:AlternateContent>
      <p:sp>
        <p:nvSpPr>
          <p:cNvPr id="32" name="Oval 31">
            <a:extLst>
              <a:ext uri="{FF2B5EF4-FFF2-40B4-BE49-F238E27FC236}">
                <a16:creationId xmlns:a16="http://schemas.microsoft.com/office/drawing/2014/main" id="{D7E97690-9103-7654-D3F8-5AD011C81FE1}"/>
              </a:ext>
            </a:extLst>
          </p:cNvPr>
          <p:cNvSpPr/>
          <p:nvPr/>
        </p:nvSpPr>
        <p:spPr>
          <a:xfrm>
            <a:off x="6363242" y="2799205"/>
            <a:ext cx="1307592" cy="129610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0" name="3D-Modell 29" descr="Hellgraue Kugel">
                <a:extLst>
                  <a:ext uri="{FF2B5EF4-FFF2-40B4-BE49-F238E27FC236}">
                    <a16:creationId xmlns:a16="http://schemas.microsoft.com/office/drawing/2014/main" id="{17954A25-4E66-0CFF-D7E2-F3A8242DD77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04894093"/>
                  </p:ext>
                </p:extLst>
              </p:nvPr>
            </p:nvGraphicFramePr>
            <p:xfrm>
              <a:off x="6406279" y="2845628"/>
              <a:ext cx="1212614" cy="1212615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1212614" cy="1212615"/>
                    </a:xfrm>
                    <a:prstGeom prst="rect">
                      <a:avLst/>
                    </a:prstGeom>
                  </am3d:spPr>
                  <am3d:camera>
                    <am3d:pos x="0" y="0" z="814691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3146" d="1000000"/>
                    <am3d:preTrans dx="-2" dy="-18000000" dz="3"/>
                    <am3d:scale>
                      <am3d:sx n="1000000" d="1000000"/>
                      <am3d:sy n="1000000" d="1000000"/>
                      <am3d:sz n="1000000" d="1000000"/>
                    </am3d:scale>
                    <am3d:rot ax="-449957" ay="4942122" az="-44601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207154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0" name="3D-Modell 29" descr="Hellgraue Kugel">
                <a:extLst>
                  <a:ext uri="{FF2B5EF4-FFF2-40B4-BE49-F238E27FC236}">
                    <a16:creationId xmlns:a16="http://schemas.microsoft.com/office/drawing/2014/main" id="{17954A25-4E66-0CFF-D7E2-F3A8242DD77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406279" y="2845628"/>
                <a:ext cx="1212614" cy="1212615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feld 1">
            <a:extLst>
              <a:ext uri="{FF2B5EF4-FFF2-40B4-BE49-F238E27FC236}">
                <a16:creationId xmlns:a16="http://schemas.microsoft.com/office/drawing/2014/main" id="{C6E78A2B-9B8F-3D38-0C4E-9B97E46E2C0D}"/>
              </a:ext>
            </a:extLst>
          </p:cNvPr>
          <p:cNvSpPr txBox="1"/>
          <p:nvPr/>
        </p:nvSpPr>
        <p:spPr>
          <a:xfrm>
            <a:off x="4086898" y="4113087"/>
            <a:ext cx="1513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User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Profiles</a:t>
            </a:r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D8E0792F-4EA3-4155-083C-E5E78FBD3057}"/>
              </a:ext>
            </a:extLst>
          </p:cNvPr>
          <p:cNvSpPr/>
          <p:nvPr/>
        </p:nvSpPr>
        <p:spPr>
          <a:xfrm>
            <a:off x="3103784" y="3394038"/>
            <a:ext cx="1188720" cy="1428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3D-Modell 3" descr="Dunkelgraue Kugel">
                <a:extLst>
                  <a:ext uri="{FF2B5EF4-FFF2-40B4-BE49-F238E27FC236}">
                    <a16:creationId xmlns:a16="http://schemas.microsoft.com/office/drawing/2014/main" id="{A529BFF6-30B7-A00A-4B08-F213107216B8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78600182"/>
                  </p:ext>
                </p:extLst>
              </p:nvPr>
            </p:nvGraphicFramePr>
            <p:xfrm>
              <a:off x="1885311" y="2866769"/>
              <a:ext cx="1342275" cy="1217394"/>
            </p:xfrm>
            <a:graphic>
              <a:graphicData uri="http://schemas.microsoft.com/office/drawing/2017/model3d">
                <am3d:model3d r:embed="rId7">
                  <am3d:spPr>
                    <a:xfrm>
                      <a:off x="0" y="0"/>
                      <a:ext cx="1342275" cy="1217394"/>
                    </a:xfrm>
                    <a:prstGeom prst="rect">
                      <a:avLst/>
                    </a:prstGeom>
                  </am3d:spPr>
                  <am3d:camera>
                    <am3d:pos x="0" y="0" z="814691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3146" d="1000000"/>
                    <am3d:preTrans dx="-2" dy="-18000000" dz="3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8"/>
                  </am3d:raster>
                  <am3d:objViewport viewportSz="214907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3D-Modell 3" descr="Dunkelgraue Kugel">
                <a:extLst>
                  <a:ext uri="{FF2B5EF4-FFF2-40B4-BE49-F238E27FC236}">
                    <a16:creationId xmlns:a16="http://schemas.microsoft.com/office/drawing/2014/main" id="{A529BFF6-30B7-A00A-4B08-F213107216B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885311" y="2866769"/>
                <a:ext cx="1342275" cy="12173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6" name="3D-Modell 5" descr="Dunkelgraue Kugel">
                <a:extLst>
                  <a:ext uri="{FF2B5EF4-FFF2-40B4-BE49-F238E27FC236}">
                    <a16:creationId xmlns:a16="http://schemas.microsoft.com/office/drawing/2014/main" id="{82575DD7-FF2C-0FF4-785D-59E3FBF9388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941615729"/>
                  </p:ext>
                </p:extLst>
              </p:nvPr>
            </p:nvGraphicFramePr>
            <p:xfrm>
              <a:off x="4180034" y="2845628"/>
              <a:ext cx="1342275" cy="1217394"/>
            </p:xfrm>
            <a:graphic>
              <a:graphicData uri="http://schemas.microsoft.com/office/drawing/2017/model3d">
                <am3d:model3d r:embed="rId7">
                  <am3d:spPr>
                    <a:xfrm>
                      <a:off x="0" y="0"/>
                      <a:ext cx="1342275" cy="1217394"/>
                    </a:xfrm>
                    <a:prstGeom prst="rect">
                      <a:avLst/>
                    </a:prstGeom>
                  </am3d:spPr>
                  <am3d:camera>
                    <am3d:pos x="0" y="0" z="814691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3146" d="1000000"/>
                    <am3d:preTrans dx="-2" dy="-18000000" dz="3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9"/>
                  </am3d:raster>
                  <am3d:objViewport viewportSz="214907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6" name="3D-Modell 5" descr="Dunkelgraue Kugel">
                <a:extLst>
                  <a:ext uri="{FF2B5EF4-FFF2-40B4-BE49-F238E27FC236}">
                    <a16:creationId xmlns:a16="http://schemas.microsoft.com/office/drawing/2014/main" id="{82575DD7-FF2C-0FF4-785D-59E3FBF9388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180034" y="2845628"/>
                <a:ext cx="1342275" cy="1217394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Textfeld 15">
            <a:extLst>
              <a:ext uri="{FF2B5EF4-FFF2-40B4-BE49-F238E27FC236}">
                <a16:creationId xmlns:a16="http://schemas.microsoft.com/office/drawing/2014/main" id="{01FD9D86-DCB0-D3FE-4048-BE6F4ABC24F0}"/>
              </a:ext>
            </a:extLst>
          </p:cNvPr>
          <p:cNvSpPr txBox="1"/>
          <p:nvPr/>
        </p:nvSpPr>
        <p:spPr>
          <a:xfrm>
            <a:off x="1496589" y="4103369"/>
            <a:ext cx="2112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Problems &amp; Vision 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57E7F197-668C-A9C2-8DC0-804DBFD745F6}"/>
              </a:ext>
            </a:extLst>
          </p:cNvPr>
          <p:cNvSpPr txBox="1"/>
          <p:nvPr/>
        </p:nvSpPr>
        <p:spPr>
          <a:xfrm>
            <a:off x="1508747" y="4421604"/>
            <a:ext cx="21592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 Work Distribution</a:t>
            </a:r>
          </a:p>
          <a:p>
            <a:endParaRPr lang="de-DE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3" name="Rechtwinkliges Dreieck 22">
            <a:extLst>
              <a:ext uri="{FF2B5EF4-FFF2-40B4-BE49-F238E27FC236}">
                <a16:creationId xmlns:a16="http://schemas.microsoft.com/office/drawing/2014/main" id="{59FE7DFF-FFA1-E83E-B67A-4667819BD1B6}"/>
              </a:ext>
            </a:extLst>
          </p:cNvPr>
          <p:cNvSpPr/>
          <p:nvPr/>
        </p:nvSpPr>
        <p:spPr>
          <a:xfrm flipH="1">
            <a:off x="12195810" y="-50256"/>
            <a:ext cx="6362700" cy="6931116"/>
          </a:xfrm>
          <a:prstGeom prst="rtTriangle">
            <a:avLst/>
          </a:prstGeom>
          <a:gradFill>
            <a:gsLst>
              <a:gs pos="0">
                <a:schemeClr val="accent4">
                  <a:lumMod val="5000"/>
                  <a:lumOff val="95000"/>
                </a:schemeClr>
              </a:gs>
              <a:gs pos="54000">
                <a:schemeClr val="bg1"/>
              </a:gs>
              <a:gs pos="0">
                <a:schemeClr val="bg2">
                  <a:lumMod val="7500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9092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29000">
              <a:schemeClr val="tx1"/>
            </a:gs>
            <a:gs pos="83000">
              <a:schemeClr val="tx1"/>
            </a:gs>
            <a:gs pos="100000">
              <a:schemeClr val="tx1"/>
            </a:gs>
          </a:gsLst>
          <a:lin ang="81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0B4AB9-6EB9-AACE-9C5F-307EFA18C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93615ADC-A49A-E129-0A59-2C24F31A0081}"/>
              </a:ext>
            </a:extLst>
          </p:cNvPr>
          <p:cNvSpPr txBox="1"/>
          <p:nvPr/>
        </p:nvSpPr>
        <p:spPr>
          <a:xfrm>
            <a:off x="708660" y="1485567"/>
            <a:ext cx="15440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Design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A03672E-7EE9-2B46-F1F2-D185096B3EA1}"/>
              </a:ext>
            </a:extLst>
          </p:cNvPr>
          <p:cNvSpPr txBox="1"/>
          <p:nvPr/>
        </p:nvSpPr>
        <p:spPr>
          <a:xfrm>
            <a:off x="708660" y="2615083"/>
            <a:ext cx="5461752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High-end </a:t>
            </a:r>
            <a:r>
              <a:rPr lang="de-DE" sz="2800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look</a:t>
            </a:r>
            <a:r>
              <a:rPr lang="de-DE" sz="28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sharp and </a:t>
            </a:r>
            <a:r>
              <a:rPr lang="de-DE" sz="2800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clear</a:t>
            </a:r>
            <a:endParaRPr lang="de-DE" sz="28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endParaRPr lang="de-DE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1B37447A-1EF9-7C3A-5405-961EF4DDFD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9870" y="3068353"/>
            <a:ext cx="7627529" cy="3693280"/>
          </a:xfrm>
          <a:prstGeom prst="rect">
            <a:avLst/>
          </a:prstGeom>
        </p:spPr>
      </p:pic>
      <p:sp>
        <p:nvSpPr>
          <p:cNvPr id="7" name="Rechtwinkliges Dreieck 6">
            <a:extLst>
              <a:ext uri="{FF2B5EF4-FFF2-40B4-BE49-F238E27FC236}">
                <a16:creationId xmlns:a16="http://schemas.microsoft.com/office/drawing/2014/main" id="{88FC716F-D18F-468A-9187-59B54573F46A}"/>
              </a:ext>
            </a:extLst>
          </p:cNvPr>
          <p:cNvSpPr/>
          <p:nvPr/>
        </p:nvSpPr>
        <p:spPr>
          <a:xfrm flipH="1">
            <a:off x="12195810" y="-50256"/>
            <a:ext cx="6362700" cy="6931116"/>
          </a:xfrm>
          <a:prstGeom prst="rtTriangle">
            <a:avLst/>
          </a:prstGeom>
          <a:gradFill>
            <a:gsLst>
              <a:gs pos="0">
                <a:schemeClr val="accent4">
                  <a:lumMod val="5000"/>
                  <a:lumOff val="95000"/>
                </a:schemeClr>
              </a:gs>
              <a:gs pos="54000">
                <a:schemeClr val="bg1"/>
              </a:gs>
              <a:gs pos="0">
                <a:schemeClr val="bg2">
                  <a:lumMod val="7500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3C8289A-7EEE-EA9A-8272-5A2FED44D8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52002" y="-369706"/>
            <a:ext cx="3238637" cy="2159091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A3C58797-53A2-F89E-10E2-91C97BA5CBCE}"/>
              </a:ext>
            </a:extLst>
          </p:cNvPr>
          <p:cNvSpPr txBox="1"/>
          <p:nvPr/>
        </p:nvSpPr>
        <p:spPr>
          <a:xfrm>
            <a:off x="6170412" y="6500023"/>
            <a:ext cx="27574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 dirty="0">
                <a:solidFill>
                  <a:schemeClr val="bg1"/>
                </a:solidFill>
              </a:rPr>
              <a:t>https://</a:t>
            </a:r>
            <a:r>
              <a:rPr lang="de-DE" sz="1100" dirty="0" err="1">
                <a:solidFill>
                  <a:schemeClr val="bg1"/>
                </a:solidFill>
              </a:rPr>
              <a:t>www.apple.com</a:t>
            </a:r>
            <a:r>
              <a:rPr lang="de-DE" sz="1100" dirty="0">
                <a:solidFill>
                  <a:schemeClr val="bg1"/>
                </a:solidFill>
              </a:rPr>
              <a:t>/de/</a:t>
            </a:r>
            <a:r>
              <a:rPr lang="de-DE" sz="1100" dirty="0" err="1">
                <a:solidFill>
                  <a:schemeClr val="bg1"/>
                </a:solidFill>
              </a:rPr>
              <a:t>macbook</a:t>
            </a:r>
            <a:r>
              <a:rPr lang="de-DE" sz="1100" dirty="0">
                <a:solidFill>
                  <a:schemeClr val="bg1"/>
                </a:solidFill>
              </a:rPr>
              <a:t>-pro/</a:t>
            </a:r>
          </a:p>
        </p:txBody>
      </p:sp>
    </p:spTree>
    <p:extLst>
      <p:ext uri="{BB962C8B-B14F-4D97-AF65-F5344CB8AC3E}">
        <p14:creationId xmlns:p14="http://schemas.microsoft.com/office/powerpoint/2010/main" val="14854657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29000">
              <a:schemeClr val="tx1"/>
            </a:gs>
            <a:gs pos="83000">
              <a:schemeClr val="tx1"/>
            </a:gs>
            <a:gs pos="100000">
              <a:schemeClr val="tx1"/>
            </a:gs>
          </a:gsLst>
          <a:lin ang="81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90A8BD-A24B-DA0B-467C-0FDB1748B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A47F5C48-8239-5ECB-5B1D-C11CAC19C547}"/>
              </a:ext>
            </a:extLst>
          </p:cNvPr>
          <p:cNvSpPr txBox="1"/>
          <p:nvPr/>
        </p:nvSpPr>
        <p:spPr>
          <a:xfrm>
            <a:off x="708660" y="1485567"/>
            <a:ext cx="15440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Design</a:t>
            </a:r>
          </a:p>
        </p:txBody>
      </p:sp>
      <p:sp>
        <p:nvSpPr>
          <p:cNvPr id="4" name="Rechtwinkliges Dreieck 3">
            <a:extLst>
              <a:ext uri="{FF2B5EF4-FFF2-40B4-BE49-F238E27FC236}">
                <a16:creationId xmlns:a16="http://schemas.microsoft.com/office/drawing/2014/main" id="{5C7000A4-F455-F052-3A13-D52AB070C895}"/>
              </a:ext>
            </a:extLst>
          </p:cNvPr>
          <p:cNvSpPr/>
          <p:nvPr/>
        </p:nvSpPr>
        <p:spPr>
          <a:xfrm flipH="1">
            <a:off x="5863590" y="-50256"/>
            <a:ext cx="6362700" cy="6931116"/>
          </a:xfrm>
          <a:prstGeom prst="rtTriangle">
            <a:avLst/>
          </a:prstGeom>
          <a:gradFill>
            <a:gsLst>
              <a:gs pos="0">
                <a:schemeClr val="accent4">
                  <a:lumMod val="5000"/>
                  <a:lumOff val="95000"/>
                </a:schemeClr>
              </a:gs>
              <a:gs pos="54000">
                <a:schemeClr val="bg1"/>
              </a:gs>
              <a:gs pos="0">
                <a:schemeClr val="bg2">
                  <a:lumMod val="7500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54D5227-3FBD-533D-D465-525665E491AD}"/>
              </a:ext>
            </a:extLst>
          </p:cNvPr>
          <p:cNvSpPr txBox="1"/>
          <p:nvPr/>
        </p:nvSpPr>
        <p:spPr>
          <a:xfrm>
            <a:off x="979395" y="2786231"/>
            <a:ext cx="619512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Logo Design:</a:t>
            </a:r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lvl="1"/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- Simple and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recognizable</a:t>
            </a:r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lvl="1"/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-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Based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on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initials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of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brand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name</a:t>
            </a:r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lvl="1"/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- Brand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name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placed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next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to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logo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for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memorability</a:t>
            </a:r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lvl="1"/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- Black &amp;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white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color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scheme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for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 clean, premium,    and modern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look</a:t>
            </a:r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37C2C34F-2411-66A5-6869-6212412460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3180" y="-403499"/>
            <a:ext cx="5936117" cy="3957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0374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29000">
              <a:schemeClr val="tx1"/>
            </a:gs>
            <a:gs pos="83000">
              <a:schemeClr val="tx1"/>
            </a:gs>
            <a:gs pos="100000">
              <a:schemeClr val="tx1"/>
            </a:gs>
          </a:gsLst>
          <a:lin ang="81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4F3E0C-7832-90D5-4B42-05A6B64FC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afik 20">
            <a:extLst>
              <a:ext uri="{FF2B5EF4-FFF2-40B4-BE49-F238E27FC236}">
                <a16:creationId xmlns:a16="http://schemas.microsoft.com/office/drawing/2014/main" id="{5A354F94-BEDD-A77E-AF70-2D02A07523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2002" y="-369706"/>
            <a:ext cx="3238637" cy="2159091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26183FD1-0DF5-10CF-FE67-08823CE69D40}"/>
              </a:ext>
            </a:extLst>
          </p:cNvPr>
          <p:cNvSpPr txBox="1"/>
          <p:nvPr/>
        </p:nvSpPr>
        <p:spPr>
          <a:xfrm>
            <a:off x="708660" y="1485567"/>
            <a:ext cx="15440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Design</a:t>
            </a:r>
          </a:p>
        </p:txBody>
      </p:sp>
      <p:sp>
        <p:nvSpPr>
          <p:cNvPr id="4" name="Rechtwinkliges Dreieck 3">
            <a:extLst>
              <a:ext uri="{FF2B5EF4-FFF2-40B4-BE49-F238E27FC236}">
                <a16:creationId xmlns:a16="http://schemas.microsoft.com/office/drawing/2014/main" id="{6E599DEB-2087-F9BA-572A-7FE1AECF3FAE}"/>
              </a:ext>
            </a:extLst>
          </p:cNvPr>
          <p:cNvSpPr/>
          <p:nvPr/>
        </p:nvSpPr>
        <p:spPr>
          <a:xfrm flipH="1">
            <a:off x="5863590" y="-50256"/>
            <a:ext cx="6362700" cy="6931116"/>
          </a:xfrm>
          <a:prstGeom prst="rtTriangle">
            <a:avLst/>
          </a:prstGeom>
          <a:gradFill>
            <a:gsLst>
              <a:gs pos="0">
                <a:schemeClr val="accent4">
                  <a:lumMod val="5000"/>
                  <a:lumOff val="95000"/>
                </a:schemeClr>
              </a:gs>
              <a:gs pos="54000">
                <a:schemeClr val="bg1"/>
              </a:gs>
              <a:gs pos="0">
                <a:schemeClr val="bg2">
                  <a:lumMod val="7500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A8A055E-D3A4-FF8B-128C-64C1D15AD712}"/>
              </a:ext>
            </a:extLst>
          </p:cNvPr>
          <p:cNvSpPr txBox="1"/>
          <p:nvPr/>
        </p:nvSpPr>
        <p:spPr>
          <a:xfrm>
            <a:off x="708660" y="2615083"/>
            <a:ext cx="4515980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</a:t>
            </a:r>
            <a:r>
              <a:rPr lang="de-DE" sz="28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Pages do </a:t>
            </a:r>
            <a:r>
              <a:rPr lang="de-DE" sz="2800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we</a:t>
            </a:r>
            <a:r>
              <a:rPr lang="de-DE" sz="28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sz="2800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need</a:t>
            </a:r>
            <a:r>
              <a:rPr lang="de-DE" sz="28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?</a:t>
            </a:r>
          </a:p>
          <a:p>
            <a:endParaRPr lang="de-DE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29159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29000">
              <a:schemeClr val="tx1"/>
            </a:gs>
            <a:gs pos="83000">
              <a:schemeClr val="tx1"/>
            </a:gs>
            <a:gs pos="100000">
              <a:schemeClr val="tx1"/>
            </a:gs>
          </a:gsLst>
          <a:lin ang="81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60FA9C-5236-9419-D379-6F921C97D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5D1FB949-266E-C62D-852B-41C0161C1F43}"/>
              </a:ext>
            </a:extLst>
          </p:cNvPr>
          <p:cNvSpPr txBox="1"/>
          <p:nvPr/>
        </p:nvSpPr>
        <p:spPr>
          <a:xfrm>
            <a:off x="708660" y="1485567"/>
            <a:ext cx="15440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Design</a:t>
            </a:r>
          </a:p>
        </p:txBody>
      </p:sp>
      <p:sp>
        <p:nvSpPr>
          <p:cNvPr id="7" name="Rechtwinkliges Dreieck 6">
            <a:extLst>
              <a:ext uri="{FF2B5EF4-FFF2-40B4-BE49-F238E27FC236}">
                <a16:creationId xmlns:a16="http://schemas.microsoft.com/office/drawing/2014/main" id="{363F8FBD-8EDC-072B-09C0-22A31ED8F701}"/>
              </a:ext>
            </a:extLst>
          </p:cNvPr>
          <p:cNvSpPr/>
          <p:nvPr/>
        </p:nvSpPr>
        <p:spPr>
          <a:xfrm flipH="1">
            <a:off x="12195810" y="-50256"/>
            <a:ext cx="6362700" cy="6931116"/>
          </a:xfrm>
          <a:prstGeom prst="rtTriangle">
            <a:avLst/>
          </a:prstGeom>
          <a:gradFill>
            <a:gsLst>
              <a:gs pos="0">
                <a:schemeClr val="accent4">
                  <a:lumMod val="5000"/>
                  <a:lumOff val="95000"/>
                </a:schemeClr>
              </a:gs>
              <a:gs pos="54000">
                <a:schemeClr val="bg1"/>
              </a:gs>
              <a:gs pos="0">
                <a:schemeClr val="bg2">
                  <a:lumMod val="7500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F9967A8F-D965-1ACD-7B33-2076820D8A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2002" y="-369706"/>
            <a:ext cx="3238637" cy="2159091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8AED1DC4-4A0B-C15B-D970-F3812B1D51A7}"/>
              </a:ext>
            </a:extLst>
          </p:cNvPr>
          <p:cNvSpPr txBox="1"/>
          <p:nvPr/>
        </p:nvSpPr>
        <p:spPr>
          <a:xfrm>
            <a:off x="708660" y="1917853"/>
            <a:ext cx="2401619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Landing Page</a:t>
            </a:r>
          </a:p>
          <a:p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A93573C6-37B1-E9D8-FFAE-86482F25CE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3531" y="407307"/>
            <a:ext cx="3154930" cy="6043386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9B6660E3-EE93-602B-03E3-11F7C4C1A797}"/>
              </a:ext>
            </a:extLst>
          </p:cNvPr>
          <p:cNvSpPr txBox="1"/>
          <p:nvPr/>
        </p:nvSpPr>
        <p:spPr>
          <a:xfrm>
            <a:off x="3931458" y="1347067"/>
            <a:ext cx="11611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</a:rPr>
              <a:t>Gradient Color</a:t>
            </a:r>
          </a:p>
        </p:txBody>
      </p:sp>
      <p:sp>
        <p:nvSpPr>
          <p:cNvPr id="10" name="Geschweifte Klammer links 9">
            <a:extLst>
              <a:ext uri="{FF2B5EF4-FFF2-40B4-BE49-F238E27FC236}">
                <a16:creationId xmlns:a16="http://schemas.microsoft.com/office/drawing/2014/main" id="{0CC3D11A-6D3C-3FAB-23CF-55B9221189D7}"/>
              </a:ext>
            </a:extLst>
          </p:cNvPr>
          <p:cNvSpPr/>
          <p:nvPr/>
        </p:nvSpPr>
        <p:spPr>
          <a:xfrm>
            <a:off x="5161191" y="981248"/>
            <a:ext cx="153759" cy="842427"/>
          </a:xfrm>
          <a:prstGeom prst="leftBrac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5246C8E3-2FE0-A76F-609E-814B500AEF62}"/>
              </a:ext>
            </a:extLst>
          </p:cNvPr>
          <p:cNvSpPr txBox="1"/>
          <p:nvPr/>
        </p:nvSpPr>
        <p:spPr>
          <a:xfrm>
            <a:off x="3997309" y="1077856"/>
            <a:ext cx="10294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b="1" dirty="0">
                <a:solidFill>
                  <a:schemeClr val="bg1"/>
                </a:solidFill>
              </a:rPr>
              <a:t>Headline</a:t>
            </a:r>
          </a:p>
        </p:txBody>
      </p:sp>
      <p:sp>
        <p:nvSpPr>
          <p:cNvPr id="12" name="Geschweifte Klammer links 11">
            <a:extLst>
              <a:ext uri="{FF2B5EF4-FFF2-40B4-BE49-F238E27FC236}">
                <a16:creationId xmlns:a16="http://schemas.microsoft.com/office/drawing/2014/main" id="{A5BC4244-B010-1A60-6569-AB25F4C8BC43}"/>
              </a:ext>
            </a:extLst>
          </p:cNvPr>
          <p:cNvSpPr/>
          <p:nvPr/>
        </p:nvSpPr>
        <p:spPr>
          <a:xfrm>
            <a:off x="5247939" y="2395731"/>
            <a:ext cx="67011" cy="276999"/>
          </a:xfrm>
          <a:prstGeom prst="leftBrac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3620FC38-2444-A88D-5A9F-509512C93B94}"/>
              </a:ext>
            </a:extLst>
          </p:cNvPr>
          <p:cNvSpPr txBox="1"/>
          <p:nvPr/>
        </p:nvSpPr>
        <p:spPr>
          <a:xfrm>
            <a:off x="3712938" y="2278288"/>
            <a:ext cx="15350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err="1">
                <a:solidFill>
                  <a:schemeClr val="bg1"/>
                </a:solidFill>
              </a:rPr>
              <a:t>Direct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access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to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two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</a:p>
          <a:p>
            <a:r>
              <a:rPr lang="de-DE" sz="1200" dirty="0" err="1">
                <a:solidFill>
                  <a:schemeClr val="bg1"/>
                </a:solidFill>
              </a:rPr>
              <a:t>main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compartments</a:t>
            </a:r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44CB1A7-2E88-5FD5-96D8-327A65542681}"/>
              </a:ext>
            </a:extLst>
          </p:cNvPr>
          <p:cNvSpPr txBox="1"/>
          <p:nvPr/>
        </p:nvSpPr>
        <p:spPr>
          <a:xfrm>
            <a:off x="3236177" y="3233889"/>
            <a:ext cx="19250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</a:rPr>
              <a:t>Links </a:t>
            </a:r>
            <a:r>
              <a:rPr lang="de-DE" sz="1200" dirty="0" err="1">
                <a:solidFill>
                  <a:schemeClr val="bg1"/>
                </a:solidFill>
              </a:rPr>
              <a:t>to</a:t>
            </a:r>
            <a:r>
              <a:rPr lang="de-DE" sz="1200" dirty="0">
                <a:solidFill>
                  <a:schemeClr val="bg1"/>
                </a:solidFill>
              </a:rPr>
              <a:t> different </a:t>
            </a:r>
            <a:r>
              <a:rPr lang="de-DE" sz="1200" dirty="0" err="1">
                <a:solidFill>
                  <a:schemeClr val="bg1"/>
                </a:solidFill>
              </a:rPr>
              <a:t>sections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</a:p>
          <a:p>
            <a:r>
              <a:rPr lang="de-DE" sz="1200" dirty="0" err="1">
                <a:solidFill>
                  <a:schemeClr val="bg1"/>
                </a:solidFill>
              </a:rPr>
              <a:t>of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our</a:t>
            </a:r>
            <a:r>
              <a:rPr lang="de-DE" sz="1200" dirty="0">
                <a:solidFill>
                  <a:schemeClr val="bg1"/>
                </a:solidFill>
              </a:rPr>
              <a:t> Website </a:t>
            </a:r>
            <a:r>
              <a:rPr lang="de-DE" sz="1200" dirty="0" err="1">
                <a:solidFill>
                  <a:schemeClr val="bg1"/>
                </a:solidFill>
              </a:rPr>
              <a:t>with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short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</a:p>
          <a:p>
            <a:r>
              <a:rPr lang="de-DE" sz="1200" dirty="0">
                <a:solidFill>
                  <a:schemeClr val="bg1"/>
                </a:solidFill>
              </a:rPr>
              <a:t>Explanation e.g. About </a:t>
            </a:r>
            <a:r>
              <a:rPr lang="de-DE" sz="1200" dirty="0" err="1">
                <a:solidFill>
                  <a:schemeClr val="bg1"/>
                </a:solidFill>
              </a:rPr>
              <a:t>us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</a:p>
          <a:p>
            <a:r>
              <a:rPr lang="de-DE" sz="1200" dirty="0">
                <a:solidFill>
                  <a:schemeClr val="bg1"/>
                </a:solidFill>
              </a:rPr>
              <a:t>With a </a:t>
            </a:r>
            <a:r>
              <a:rPr lang="de-DE" sz="1200" dirty="0" err="1">
                <a:solidFill>
                  <a:schemeClr val="bg1"/>
                </a:solidFill>
              </a:rPr>
              <a:t>picture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of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our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team</a:t>
            </a:r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6" name="Geschweifte Klammer links 5">
            <a:extLst>
              <a:ext uri="{FF2B5EF4-FFF2-40B4-BE49-F238E27FC236}">
                <a16:creationId xmlns:a16="http://schemas.microsoft.com/office/drawing/2014/main" id="{7119C6F9-95BD-DAE3-AEF5-888E91C8D8CB}"/>
              </a:ext>
            </a:extLst>
          </p:cNvPr>
          <p:cNvSpPr/>
          <p:nvPr/>
        </p:nvSpPr>
        <p:spPr>
          <a:xfrm>
            <a:off x="5101850" y="2972961"/>
            <a:ext cx="146090" cy="1352854"/>
          </a:xfrm>
          <a:prstGeom prst="leftBrac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Geschweifte Klammer links 13">
            <a:extLst>
              <a:ext uri="{FF2B5EF4-FFF2-40B4-BE49-F238E27FC236}">
                <a16:creationId xmlns:a16="http://schemas.microsoft.com/office/drawing/2014/main" id="{82EE0FFB-6106-F586-3F3B-63DB540FA3F6}"/>
              </a:ext>
            </a:extLst>
          </p:cNvPr>
          <p:cNvSpPr/>
          <p:nvPr/>
        </p:nvSpPr>
        <p:spPr>
          <a:xfrm rot="10800000">
            <a:off x="8640548" y="4602468"/>
            <a:ext cx="146090" cy="1352854"/>
          </a:xfrm>
          <a:prstGeom prst="leftBrac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Geschweifte Klammer links 14">
            <a:extLst>
              <a:ext uri="{FF2B5EF4-FFF2-40B4-BE49-F238E27FC236}">
                <a16:creationId xmlns:a16="http://schemas.microsoft.com/office/drawing/2014/main" id="{1B5E584F-76B5-9112-ED48-73B63454DAB2}"/>
              </a:ext>
            </a:extLst>
          </p:cNvPr>
          <p:cNvSpPr/>
          <p:nvPr/>
        </p:nvSpPr>
        <p:spPr>
          <a:xfrm>
            <a:off x="5215700" y="6126598"/>
            <a:ext cx="67011" cy="276999"/>
          </a:xfrm>
          <a:prstGeom prst="leftBrac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Geschweifte Klammer links 15">
            <a:extLst>
              <a:ext uri="{FF2B5EF4-FFF2-40B4-BE49-F238E27FC236}">
                <a16:creationId xmlns:a16="http://schemas.microsoft.com/office/drawing/2014/main" id="{E6180973-1309-C1E1-F9AE-02E8A1625102}"/>
              </a:ext>
            </a:extLst>
          </p:cNvPr>
          <p:cNvSpPr/>
          <p:nvPr/>
        </p:nvSpPr>
        <p:spPr>
          <a:xfrm rot="10800000">
            <a:off x="8652464" y="946066"/>
            <a:ext cx="146089" cy="1079001"/>
          </a:xfrm>
          <a:prstGeom prst="leftBrac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42A77482-E161-5D9C-CF36-C78CFE261CF2}"/>
              </a:ext>
            </a:extLst>
          </p:cNvPr>
          <p:cNvSpPr txBox="1"/>
          <p:nvPr/>
        </p:nvSpPr>
        <p:spPr>
          <a:xfrm>
            <a:off x="8798553" y="1058292"/>
            <a:ext cx="16994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</a:rPr>
              <a:t>Later </a:t>
            </a:r>
            <a:r>
              <a:rPr lang="de-DE" sz="1200" dirty="0" err="1">
                <a:solidFill>
                  <a:schemeClr val="bg1"/>
                </a:solidFill>
              </a:rPr>
              <a:t>picture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with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gradient</a:t>
            </a:r>
            <a:r>
              <a:rPr lang="de-DE" sz="1200" dirty="0">
                <a:solidFill>
                  <a:schemeClr val="bg1"/>
                </a:solidFill>
              </a:rPr>
              <a:t> in </a:t>
            </a:r>
            <a:r>
              <a:rPr lang="de-DE" sz="1200" dirty="0" err="1">
                <a:solidFill>
                  <a:schemeClr val="bg1"/>
                </a:solidFill>
              </a:rPr>
              <a:t>background</a:t>
            </a:r>
            <a:endParaRPr lang="de-DE" sz="1200" dirty="0">
              <a:solidFill>
                <a:schemeClr val="bg1"/>
              </a:solidFill>
            </a:endParaRPr>
          </a:p>
          <a:p>
            <a:r>
              <a:rPr lang="de-DE" sz="1200" dirty="0">
                <a:solidFill>
                  <a:schemeClr val="bg1"/>
                </a:solidFill>
              </a:rPr>
              <a:t>+ </a:t>
            </a:r>
            <a:r>
              <a:rPr lang="de-DE" sz="1200" dirty="0" err="1">
                <a:solidFill>
                  <a:schemeClr val="bg1"/>
                </a:solidFill>
              </a:rPr>
              <a:t>picture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integrated</a:t>
            </a:r>
            <a:r>
              <a:rPr lang="de-DE" sz="1200" dirty="0">
                <a:solidFill>
                  <a:schemeClr val="bg1"/>
                </a:solidFill>
              </a:rPr>
              <a:t> in </a:t>
            </a:r>
            <a:r>
              <a:rPr lang="de-DE" sz="1200" dirty="0" err="1">
                <a:solidFill>
                  <a:schemeClr val="bg1"/>
                </a:solidFill>
              </a:rPr>
              <a:t>background</a:t>
            </a:r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5689B12E-B1C7-9C33-0D2D-ED61B971FF08}"/>
              </a:ext>
            </a:extLst>
          </p:cNvPr>
          <p:cNvSpPr txBox="1"/>
          <p:nvPr/>
        </p:nvSpPr>
        <p:spPr>
          <a:xfrm>
            <a:off x="8888725" y="5140395"/>
            <a:ext cx="29284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</a:rPr>
              <a:t>Not </a:t>
            </a:r>
            <a:r>
              <a:rPr lang="de-DE" sz="1200" dirty="0" err="1">
                <a:solidFill>
                  <a:schemeClr val="bg1"/>
                </a:solidFill>
              </a:rPr>
              <a:t>sure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what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exactly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to</a:t>
            </a:r>
            <a:r>
              <a:rPr lang="de-DE" sz="1200" dirty="0">
                <a:solidFill>
                  <a:schemeClr val="bg1"/>
                </a:solidFill>
              </a:rPr>
              <a:t> do </a:t>
            </a:r>
            <a:r>
              <a:rPr lang="de-DE" sz="1200" dirty="0" err="1">
                <a:solidFill>
                  <a:schemeClr val="bg1"/>
                </a:solidFill>
              </a:rPr>
              <a:t>with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this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page</a:t>
            </a:r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86AEE57B-C9F3-41B9-C506-F3CEC0FBC513}"/>
              </a:ext>
            </a:extLst>
          </p:cNvPr>
          <p:cNvSpPr txBox="1"/>
          <p:nvPr/>
        </p:nvSpPr>
        <p:spPr>
          <a:xfrm>
            <a:off x="4623286" y="6126597"/>
            <a:ext cx="6147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</a:rPr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6758494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29000">
              <a:schemeClr val="tx1"/>
            </a:gs>
            <a:gs pos="83000">
              <a:schemeClr val="tx1"/>
            </a:gs>
            <a:gs pos="100000">
              <a:schemeClr val="tx1"/>
            </a:gs>
          </a:gsLst>
          <a:lin ang="81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75DC80-51C3-C749-798B-14C50A9D1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E4A1E4DA-4E30-3B37-B79A-B9BAC3A0F3AE}"/>
              </a:ext>
            </a:extLst>
          </p:cNvPr>
          <p:cNvSpPr txBox="1"/>
          <p:nvPr/>
        </p:nvSpPr>
        <p:spPr>
          <a:xfrm>
            <a:off x="708660" y="1485567"/>
            <a:ext cx="1471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>
                <a:solidFill>
                  <a:schemeClr val="bg1"/>
                </a:solidFill>
              </a:rPr>
              <a:t>Design</a:t>
            </a:r>
          </a:p>
        </p:txBody>
      </p:sp>
      <p:sp>
        <p:nvSpPr>
          <p:cNvPr id="7" name="Rechtwinkliges Dreieck 6">
            <a:extLst>
              <a:ext uri="{FF2B5EF4-FFF2-40B4-BE49-F238E27FC236}">
                <a16:creationId xmlns:a16="http://schemas.microsoft.com/office/drawing/2014/main" id="{4CD4DC67-9201-3042-C57C-8074C0D8A7A8}"/>
              </a:ext>
            </a:extLst>
          </p:cNvPr>
          <p:cNvSpPr/>
          <p:nvPr/>
        </p:nvSpPr>
        <p:spPr>
          <a:xfrm flipH="1">
            <a:off x="12195810" y="-50256"/>
            <a:ext cx="6362700" cy="6931116"/>
          </a:xfrm>
          <a:prstGeom prst="rtTriangle">
            <a:avLst/>
          </a:prstGeom>
          <a:gradFill>
            <a:gsLst>
              <a:gs pos="0">
                <a:schemeClr val="accent4">
                  <a:lumMod val="5000"/>
                  <a:lumOff val="95000"/>
                </a:schemeClr>
              </a:gs>
              <a:gs pos="54000">
                <a:schemeClr val="bg1"/>
              </a:gs>
              <a:gs pos="0">
                <a:schemeClr val="bg2">
                  <a:lumMod val="7500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1234E161-255F-A91C-F47C-5E83C08F2C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2002" y="-369706"/>
            <a:ext cx="3238637" cy="2159091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82A634F0-F770-47B5-E22B-150FAB0C54F7}"/>
              </a:ext>
            </a:extLst>
          </p:cNvPr>
          <p:cNvSpPr txBox="1"/>
          <p:nvPr/>
        </p:nvSpPr>
        <p:spPr>
          <a:xfrm>
            <a:off x="708660" y="1917853"/>
            <a:ext cx="2119363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>
                <a:solidFill>
                  <a:schemeClr val="bg1"/>
                </a:solidFill>
              </a:rPr>
              <a:t>Read-</a:t>
            </a:r>
            <a:r>
              <a:rPr lang="de-DE" sz="2800" dirty="0" err="1">
                <a:solidFill>
                  <a:schemeClr val="bg1"/>
                </a:solidFill>
              </a:rPr>
              <a:t>to</a:t>
            </a:r>
            <a:r>
              <a:rPr lang="de-DE" sz="2800" dirty="0">
                <a:solidFill>
                  <a:schemeClr val="bg1"/>
                </a:solidFill>
              </a:rPr>
              <a:t>-Buy</a:t>
            </a:r>
          </a:p>
          <a:p>
            <a:endParaRPr lang="de-DE" dirty="0">
              <a:solidFill>
                <a:schemeClr val="bg1"/>
              </a:solidFill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60541884-EC79-78E9-B597-14E45B1485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3531" y="400995"/>
            <a:ext cx="3213542" cy="6043386"/>
          </a:xfrm>
          <a:prstGeom prst="rect">
            <a:avLst/>
          </a:prstGeom>
        </p:spPr>
      </p:pic>
      <p:sp>
        <p:nvSpPr>
          <p:cNvPr id="9" name="Geschweifte Klammer links 8">
            <a:extLst>
              <a:ext uri="{FF2B5EF4-FFF2-40B4-BE49-F238E27FC236}">
                <a16:creationId xmlns:a16="http://schemas.microsoft.com/office/drawing/2014/main" id="{AE4E0BF5-BA84-9BB4-5E33-E396FBE60FC9}"/>
              </a:ext>
            </a:extLst>
          </p:cNvPr>
          <p:cNvSpPr/>
          <p:nvPr/>
        </p:nvSpPr>
        <p:spPr>
          <a:xfrm>
            <a:off x="5111496" y="1076165"/>
            <a:ext cx="176121" cy="613485"/>
          </a:xfrm>
          <a:prstGeom prst="leftBrac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B3C5E846-AD89-825E-7096-DED942DDE694}"/>
              </a:ext>
            </a:extLst>
          </p:cNvPr>
          <p:cNvSpPr txBox="1"/>
          <p:nvPr/>
        </p:nvSpPr>
        <p:spPr>
          <a:xfrm>
            <a:off x="3534100" y="1059741"/>
            <a:ext cx="16654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</a:rPr>
              <a:t>Color </a:t>
            </a:r>
            <a:r>
              <a:rPr lang="de-DE" sz="1200" dirty="0" err="1">
                <a:solidFill>
                  <a:schemeClr val="bg1"/>
                </a:solidFill>
              </a:rPr>
              <a:t>sheme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between</a:t>
            </a:r>
            <a:endParaRPr lang="de-DE" sz="1200" dirty="0">
              <a:solidFill>
                <a:schemeClr val="bg1"/>
              </a:solidFill>
            </a:endParaRPr>
          </a:p>
          <a:p>
            <a:r>
              <a:rPr lang="de-DE" sz="1200" dirty="0">
                <a:solidFill>
                  <a:schemeClr val="bg1"/>
                </a:solidFill>
              </a:rPr>
              <a:t>Ready-</a:t>
            </a:r>
            <a:r>
              <a:rPr lang="de-DE" sz="1200" dirty="0" err="1">
                <a:solidFill>
                  <a:schemeClr val="bg1"/>
                </a:solidFill>
              </a:rPr>
              <a:t>to</a:t>
            </a:r>
            <a:r>
              <a:rPr lang="de-DE" sz="1200" dirty="0">
                <a:solidFill>
                  <a:schemeClr val="bg1"/>
                </a:solidFill>
              </a:rPr>
              <a:t>-Buy and </a:t>
            </a:r>
          </a:p>
          <a:p>
            <a:r>
              <a:rPr lang="de-DE" sz="1200" dirty="0" err="1">
                <a:solidFill>
                  <a:schemeClr val="bg1"/>
                </a:solidFill>
              </a:rPr>
              <a:t>Blueprints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should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vary</a:t>
            </a:r>
            <a:endParaRPr lang="de-DE" sz="1200" dirty="0">
              <a:solidFill>
                <a:schemeClr val="bg1"/>
              </a:solidFill>
            </a:endParaRPr>
          </a:p>
        </p:txBody>
      </p:sp>
      <p:cxnSp>
        <p:nvCxnSpPr>
          <p:cNvPr id="12" name="Gerade Verbindung 11">
            <a:extLst>
              <a:ext uri="{FF2B5EF4-FFF2-40B4-BE49-F238E27FC236}">
                <a16:creationId xmlns:a16="http://schemas.microsoft.com/office/drawing/2014/main" id="{BE84FD63-8D86-BF1B-E55B-85EDE382CFC1}"/>
              </a:ext>
            </a:extLst>
          </p:cNvPr>
          <p:cNvCxnSpPr/>
          <p:nvPr/>
        </p:nvCxnSpPr>
        <p:spPr>
          <a:xfrm flipH="1" flipV="1">
            <a:off x="4890052" y="2892287"/>
            <a:ext cx="805070" cy="149087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feld 12">
            <a:extLst>
              <a:ext uri="{FF2B5EF4-FFF2-40B4-BE49-F238E27FC236}">
                <a16:creationId xmlns:a16="http://schemas.microsoft.com/office/drawing/2014/main" id="{934CAD14-102A-070D-E96D-F1A561305760}"/>
              </a:ext>
            </a:extLst>
          </p:cNvPr>
          <p:cNvSpPr txBox="1"/>
          <p:nvPr/>
        </p:nvSpPr>
        <p:spPr>
          <a:xfrm>
            <a:off x="3288984" y="2718072"/>
            <a:ext cx="19800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 err="1">
                <a:solidFill>
                  <a:schemeClr val="bg1"/>
                </a:solidFill>
              </a:rPr>
              <a:t>When</a:t>
            </a:r>
            <a:r>
              <a:rPr lang="de-DE" sz="1200" dirty="0">
                <a:solidFill>
                  <a:schemeClr val="bg1"/>
                </a:solidFill>
              </a:rPr>
              <a:t> Filter </a:t>
            </a:r>
            <a:r>
              <a:rPr lang="de-DE" sz="1200" dirty="0" err="1">
                <a:solidFill>
                  <a:schemeClr val="bg1"/>
                </a:solidFill>
              </a:rPr>
              <a:t>is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pressed</a:t>
            </a:r>
            <a:endParaRPr lang="de-DE" sz="1200" dirty="0">
              <a:solidFill>
                <a:schemeClr val="bg1"/>
              </a:solidFill>
            </a:endParaRPr>
          </a:p>
          <a:p>
            <a:r>
              <a:rPr lang="de-DE" sz="1200" dirty="0">
                <a:solidFill>
                  <a:schemeClr val="bg1"/>
                </a:solidFill>
              </a:rPr>
              <a:t>The </a:t>
            </a:r>
            <a:r>
              <a:rPr lang="de-DE" sz="1200" dirty="0" err="1">
                <a:solidFill>
                  <a:schemeClr val="bg1"/>
                </a:solidFill>
              </a:rPr>
              <a:t>products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move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to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right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637CA339-34C3-8C32-32E3-09B6D8BCFE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7960" y="3179737"/>
            <a:ext cx="1455634" cy="1774677"/>
          </a:xfrm>
          <a:prstGeom prst="rect">
            <a:avLst/>
          </a:prstGeom>
        </p:spPr>
      </p:pic>
      <p:cxnSp>
        <p:nvCxnSpPr>
          <p:cNvPr id="16" name="Gerade Verbindung 15">
            <a:extLst>
              <a:ext uri="{FF2B5EF4-FFF2-40B4-BE49-F238E27FC236}">
                <a16:creationId xmlns:a16="http://schemas.microsoft.com/office/drawing/2014/main" id="{977D26AE-8FD5-EED7-73C4-E5A4AD7B65D0}"/>
              </a:ext>
            </a:extLst>
          </p:cNvPr>
          <p:cNvCxnSpPr>
            <a:cxnSpLocks/>
          </p:cNvCxnSpPr>
          <p:nvPr/>
        </p:nvCxnSpPr>
        <p:spPr>
          <a:xfrm flipH="1">
            <a:off x="8308782" y="2738735"/>
            <a:ext cx="589333" cy="307608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feld 17">
            <a:extLst>
              <a:ext uri="{FF2B5EF4-FFF2-40B4-BE49-F238E27FC236}">
                <a16:creationId xmlns:a16="http://schemas.microsoft.com/office/drawing/2014/main" id="{4043EABF-EE64-C3DE-B331-F6548E3A2A93}"/>
              </a:ext>
            </a:extLst>
          </p:cNvPr>
          <p:cNvSpPr txBox="1"/>
          <p:nvPr/>
        </p:nvSpPr>
        <p:spPr>
          <a:xfrm>
            <a:off x="8711591" y="2277070"/>
            <a:ext cx="18835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err="1">
                <a:solidFill>
                  <a:schemeClr val="bg1"/>
                </a:solidFill>
              </a:rPr>
              <a:t>Selection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between</a:t>
            </a:r>
            <a:r>
              <a:rPr lang="de-DE" sz="1200" dirty="0">
                <a:solidFill>
                  <a:schemeClr val="bg1"/>
                </a:solidFill>
              </a:rPr>
              <a:t> larger and </a:t>
            </a:r>
            <a:r>
              <a:rPr lang="de-DE" sz="1200" dirty="0" err="1">
                <a:solidFill>
                  <a:schemeClr val="bg1"/>
                </a:solidFill>
              </a:rPr>
              <a:t>smaller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view</a:t>
            </a:r>
            <a:endParaRPr lang="de-DE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33515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29000">
              <a:schemeClr val="tx1"/>
            </a:gs>
            <a:gs pos="83000">
              <a:schemeClr val="tx1"/>
            </a:gs>
            <a:gs pos="100000">
              <a:schemeClr val="tx1"/>
            </a:gs>
          </a:gsLst>
          <a:lin ang="81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C20095-629B-110F-A94D-E2DC6841E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9BA31BD5-0518-B309-3B01-C288281192EB}"/>
              </a:ext>
            </a:extLst>
          </p:cNvPr>
          <p:cNvSpPr txBox="1"/>
          <p:nvPr/>
        </p:nvSpPr>
        <p:spPr>
          <a:xfrm>
            <a:off x="708660" y="1485567"/>
            <a:ext cx="1471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>
                <a:solidFill>
                  <a:schemeClr val="bg1"/>
                </a:solidFill>
              </a:rPr>
              <a:t>Design</a:t>
            </a:r>
          </a:p>
        </p:txBody>
      </p:sp>
      <p:sp>
        <p:nvSpPr>
          <p:cNvPr id="7" name="Rechtwinkliges Dreieck 6">
            <a:extLst>
              <a:ext uri="{FF2B5EF4-FFF2-40B4-BE49-F238E27FC236}">
                <a16:creationId xmlns:a16="http://schemas.microsoft.com/office/drawing/2014/main" id="{87E81D39-86A8-C568-C082-64FEC050E60E}"/>
              </a:ext>
            </a:extLst>
          </p:cNvPr>
          <p:cNvSpPr/>
          <p:nvPr/>
        </p:nvSpPr>
        <p:spPr>
          <a:xfrm flipH="1">
            <a:off x="12195810" y="-50256"/>
            <a:ext cx="6362700" cy="6931116"/>
          </a:xfrm>
          <a:prstGeom prst="rtTriangle">
            <a:avLst/>
          </a:prstGeom>
          <a:gradFill>
            <a:gsLst>
              <a:gs pos="0">
                <a:schemeClr val="accent4">
                  <a:lumMod val="5000"/>
                  <a:lumOff val="95000"/>
                </a:schemeClr>
              </a:gs>
              <a:gs pos="54000">
                <a:schemeClr val="bg1"/>
              </a:gs>
              <a:gs pos="0">
                <a:schemeClr val="bg2">
                  <a:lumMod val="7500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42AE8714-83D4-E8A9-89BB-00C36BD6B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2002" y="-369706"/>
            <a:ext cx="3238637" cy="2159091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4999D0DA-1C9A-C4FA-37DD-8C8006BF12AC}"/>
              </a:ext>
            </a:extLst>
          </p:cNvPr>
          <p:cNvSpPr txBox="1"/>
          <p:nvPr/>
        </p:nvSpPr>
        <p:spPr>
          <a:xfrm>
            <a:off x="708660" y="1917853"/>
            <a:ext cx="2119363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>
                <a:solidFill>
                  <a:schemeClr val="bg1"/>
                </a:solidFill>
              </a:rPr>
              <a:t>Read-</a:t>
            </a:r>
            <a:r>
              <a:rPr lang="de-DE" sz="2800" dirty="0" err="1">
                <a:solidFill>
                  <a:schemeClr val="bg1"/>
                </a:solidFill>
              </a:rPr>
              <a:t>to</a:t>
            </a:r>
            <a:r>
              <a:rPr lang="de-DE" sz="2800" dirty="0">
                <a:solidFill>
                  <a:schemeClr val="bg1"/>
                </a:solidFill>
              </a:rPr>
              <a:t>-Buy</a:t>
            </a:r>
          </a:p>
          <a:p>
            <a:endParaRPr lang="de-DE" dirty="0">
              <a:solidFill>
                <a:schemeClr val="bg1"/>
              </a:solidFill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3F3EC96-358F-C86B-019B-380AD16DEA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3531" y="400995"/>
            <a:ext cx="3213542" cy="6043386"/>
          </a:xfrm>
          <a:prstGeom prst="rect">
            <a:avLst/>
          </a:prstGeom>
        </p:spPr>
      </p:pic>
      <p:sp>
        <p:nvSpPr>
          <p:cNvPr id="9" name="Geschweifte Klammer links 8">
            <a:extLst>
              <a:ext uri="{FF2B5EF4-FFF2-40B4-BE49-F238E27FC236}">
                <a16:creationId xmlns:a16="http://schemas.microsoft.com/office/drawing/2014/main" id="{DE1B8522-7474-4974-8C8A-FA09B53A2DA6}"/>
              </a:ext>
            </a:extLst>
          </p:cNvPr>
          <p:cNvSpPr/>
          <p:nvPr/>
        </p:nvSpPr>
        <p:spPr>
          <a:xfrm>
            <a:off x="5111496" y="1076165"/>
            <a:ext cx="176121" cy="613485"/>
          </a:xfrm>
          <a:prstGeom prst="leftBrac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634BFA13-4815-15D5-DE80-2D3D36B61821}"/>
              </a:ext>
            </a:extLst>
          </p:cNvPr>
          <p:cNvSpPr txBox="1"/>
          <p:nvPr/>
        </p:nvSpPr>
        <p:spPr>
          <a:xfrm>
            <a:off x="3534100" y="1059741"/>
            <a:ext cx="16654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</a:rPr>
              <a:t>Color </a:t>
            </a:r>
            <a:r>
              <a:rPr lang="de-DE" sz="1200" dirty="0" err="1">
                <a:solidFill>
                  <a:schemeClr val="bg1"/>
                </a:solidFill>
              </a:rPr>
              <a:t>sheme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between</a:t>
            </a:r>
            <a:endParaRPr lang="de-DE" sz="1200" dirty="0">
              <a:solidFill>
                <a:schemeClr val="bg1"/>
              </a:solidFill>
            </a:endParaRPr>
          </a:p>
          <a:p>
            <a:r>
              <a:rPr lang="de-DE" sz="1200" dirty="0">
                <a:solidFill>
                  <a:schemeClr val="bg1"/>
                </a:solidFill>
              </a:rPr>
              <a:t>Ready-</a:t>
            </a:r>
            <a:r>
              <a:rPr lang="de-DE" sz="1200" dirty="0" err="1">
                <a:solidFill>
                  <a:schemeClr val="bg1"/>
                </a:solidFill>
              </a:rPr>
              <a:t>to</a:t>
            </a:r>
            <a:r>
              <a:rPr lang="de-DE" sz="1200" dirty="0">
                <a:solidFill>
                  <a:schemeClr val="bg1"/>
                </a:solidFill>
              </a:rPr>
              <a:t>-Buy and </a:t>
            </a:r>
          </a:p>
          <a:p>
            <a:r>
              <a:rPr lang="de-DE" sz="1200" dirty="0" err="1">
                <a:solidFill>
                  <a:schemeClr val="bg1"/>
                </a:solidFill>
              </a:rPr>
              <a:t>Blueprints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should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vary</a:t>
            </a:r>
            <a:endParaRPr lang="de-DE" sz="1200" dirty="0">
              <a:solidFill>
                <a:schemeClr val="bg1"/>
              </a:solidFill>
            </a:endParaRPr>
          </a:p>
        </p:txBody>
      </p:sp>
      <p:cxnSp>
        <p:nvCxnSpPr>
          <p:cNvPr id="12" name="Gerade Verbindung 11">
            <a:extLst>
              <a:ext uri="{FF2B5EF4-FFF2-40B4-BE49-F238E27FC236}">
                <a16:creationId xmlns:a16="http://schemas.microsoft.com/office/drawing/2014/main" id="{AC5B7122-4F13-311C-944E-F200E33DB6E3}"/>
              </a:ext>
            </a:extLst>
          </p:cNvPr>
          <p:cNvCxnSpPr/>
          <p:nvPr/>
        </p:nvCxnSpPr>
        <p:spPr>
          <a:xfrm flipH="1" flipV="1">
            <a:off x="4890052" y="2892287"/>
            <a:ext cx="805070" cy="149087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feld 12">
            <a:extLst>
              <a:ext uri="{FF2B5EF4-FFF2-40B4-BE49-F238E27FC236}">
                <a16:creationId xmlns:a16="http://schemas.microsoft.com/office/drawing/2014/main" id="{9E1E5A70-2907-474B-5B06-A0CEC6D19331}"/>
              </a:ext>
            </a:extLst>
          </p:cNvPr>
          <p:cNvSpPr txBox="1"/>
          <p:nvPr/>
        </p:nvSpPr>
        <p:spPr>
          <a:xfrm>
            <a:off x="3288984" y="2718072"/>
            <a:ext cx="19800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 err="1">
                <a:solidFill>
                  <a:schemeClr val="bg1"/>
                </a:solidFill>
              </a:rPr>
              <a:t>When</a:t>
            </a:r>
            <a:r>
              <a:rPr lang="de-DE" sz="1200" dirty="0">
                <a:solidFill>
                  <a:schemeClr val="bg1"/>
                </a:solidFill>
              </a:rPr>
              <a:t> Filter </a:t>
            </a:r>
            <a:r>
              <a:rPr lang="de-DE" sz="1200" dirty="0" err="1">
                <a:solidFill>
                  <a:schemeClr val="bg1"/>
                </a:solidFill>
              </a:rPr>
              <a:t>is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pressed</a:t>
            </a:r>
            <a:endParaRPr lang="de-DE" sz="1200" dirty="0">
              <a:solidFill>
                <a:schemeClr val="bg1"/>
              </a:solidFill>
            </a:endParaRPr>
          </a:p>
          <a:p>
            <a:r>
              <a:rPr lang="de-DE" sz="1200" dirty="0">
                <a:solidFill>
                  <a:schemeClr val="bg1"/>
                </a:solidFill>
              </a:rPr>
              <a:t>The </a:t>
            </a:r>
            <a:r>
              <a:rPr lang="de-DE" sz="1200" dirty="0" err="1">
                <a:solidFill>
                  <a:schemeClr val="bg1"/>
                </a:solidFill>
              </a:rPr>
              <a:t>products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move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to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right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6E7A7A5C-669A-FB52-1282-FC4DA6E3CE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7960" y="3179737"/>
            <a:ext cx="1455634" cy="1774677"/>
          </a:xfrm>
          <a:prstGeom prst="rect">
            <a:avLst/>
          </a:prstGeom>
        </p:spPr>
      </p:pic>
      <p:cxnSp>
        <p:nvCxnSpPr>
          <p:cNvPr id="16" name="Gerade Verbindung 15">
            <a:extLst>
              <a:ext uri="{FF2B5EF4-FFF2-40B4-BE49-F238E27FC236}">
                <a16:creationId xmlns:a16="http://schemas.microsoft.com/office/drawing/2014/main" id="{53F2EB90-5E6F-64A4-E593-84035DBE68CB}"/>
              </a:ext>
            </a:extLst>
          </p:cNvPr>
          <p:cNvCxnSpPr>
            <a:cxnSpLocks/>
          </p:cNvCxnSpPr>
          <p:nvPr/>
        </p:nvCxnSpPr>
        <p:spPr>
          <a:xfrm flipH="1">
            <a:off x="8308782" y="2738735"/>
            <a:ext cx="589333" cy="307608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feld 17">
            <a:extLst>
              <a:ext uri="{FF2B5EF4-FFF2-40B4-BE49-F238E27FC236}">
                <a16:creationId xmlns:a16="http://schemas.microsoft.com/office/drawing/2014/main" id="{EC250B73-D37F-2E97-664A-8D0BBC350135}"/>
              </a:ext>
            </a:extLst>
          </p:cNvPr>
          <p:cNvSpPr txBox="1"/>
          <p:nvPr/>
        </p:nvSpPr>
        <p:spPr>
          <a:xfrm>
            <a:off x="8711591" y="2277070"/>
            <a:ext cx="18835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err="1">
                <a:solidFill>
                  <a:schemeClr val="bg1"/>
                </a:solidFill>
              </a:rPr>
              <a:t>Selection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between</a:t>
            </a:r>
            <a:r>
              <a:rPr lang="de-DE" sz="1200" dirty="0">
                <a:solidFill>
                  <a:schemeClr val="bg1"/>
                </a:solidFill>
              </a:rPr>
              <a:t> larger and </a:t>
            </a:r>
            <a:r>
              <a:rPr lang="de-DE" sz="1200" dirty="0" err="1">
                <a:solidFill>
                  <a:schemeClr val="bg1"/>
                </a:solidFill>
              </a:rPr>
              <a:t>smaller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view</a:t>
            </a:r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4" name="Pfeil nach rechts 3">
            <a:extLst>
              <a:ext uri="{FF2B5EF4-FFF2-40B4-BE49-F238E27FC236}">
                <a16:creationId xmlns:a16="http://schemas.microsoft.com/office/drawing/2014/main" id="{7AAFF352-94C0-0DC9-EFB6-B0A9C2AD89D3}"/>
              </a:ext>
            </a:extLst>
          </p:cNvPr>
          <p:cNvSpPr/>
          <p:nvPr/>
        </p:nvSpPr>
        <p:spPr>
          <a:xfrm>
            <a:off x="8753824" y="505858"/>
            <a:ext cx="393186" cy="209759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4508269-7233-DE81-0B55-44700D393A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7823" y="411157"/>
            <a:ext cx="2562243" cy="444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4173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29000">
              <a:schemeClr val="tx1"/>
            </a:gs>
            <a:gs pos="83000">
              <a:schemeClr val="tx1"/>
            </a:gs>
            <a:gs pos="100000">
              <a:schemeClr val="tx1"/>
            </a:gs>
          </a:gsLst>
          <a:lin ang="81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9D5889-0D90-F734-E7D6-A08D2D649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FEAE8AF0-A933-4270-0A21-B783F6898951}"/>
              </a:ext>
            </a:extLst>
          </p:cNvPr>
          <p:cNvSpPr txBox="1"/>
          <p:nvPr/>
        </p:nvSpPr>
        <p:spPr>
          <a:xfrm>
            <a:off x="708660" y="1485567"/>
            <a:ext cx="15440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Design</a:t>
            </a:r>
          </a:p>
        </p:txBody>
      </p:sp>
      <p:sp>
        <p:nvSpPr>
          <p:cNvPr id="7" name="Rechtwinkliges Dreieck 6">
            <a:extLst>
              <a:ext uri="{FF2B5EF4-FFF2-40B4-BE49-F238E27FC236}">
                <a16:creationId xmlns:a16="http://schemas.microsoft.com/office/drawing/2014/main" id="{5E539E95-FD02-4699-E27C-6BF8D896E2D0}"/>
              </a:ext>
            </a:extLst>
          </p:cNvPr>
          <p:cNvSpPr/>
          <p:nvPr/>
        </p:nvSpPr>
        <p:spPr>
          <a:xfrm flipH="1">
            <a:off x="12195810" y="-50256"/>
            <a:ext cx="6362700" cy="6931116"/>
          </a:xfrm>
          <a:prstGeom prst="rtTriangle">
            <a:avLst/>
          </a:prstGeom>
          <a:gradFill>
            <a:gsLst>
              <a:gs pos="0">
                <a:schemeClr val="accent4">
                  <a:lumMod val="5000"/>
                  <a:lumOff val="95000"/>
                </a:schemeClr>
              </a:gs>
              <a:gs pos="54000">
                <a:schemeClr val="bg1"/>
              </a:gs>
              <a:gs pos="0">
                <a:schemeClr val="bg2">
                  <a:lumMod val="7500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D1D1104A-B9BA-E20B-EC98-73ACF59177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2002" y="-369706"/>
            <a:ext cx="3238637" cy="2159091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DEF7F324-7AB8-05D8-0758-E3495D61C4C4}"/>
              </a:ext>
            </a:extLst>
          </p:cNvPr>
          <p:cNvSpPr txBox="1"/>
          <p:nvPr/>
        </p:nvSpPr>
        <p:spPr>
          <a:xfrm>
            <a:off x="708660" y="1917853"/>
            <a:ext cx="1810111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Blueprints</a:t>
            </a:r>
            <a:endParaRPr lang="de-DE" sz="2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A673BF3-077C-706C-CEE7-DF85C888E4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5242" y="400995"/>
            <a:ext cx="3213542" cy="6025104"/>
          </a:xfrm>
          <a:prstGeom prst="rect">
            <a:avLst/>
          </a:prstGeom>
        </p:spPr>
      </p:pic>
      <p:cxnSp>
        <p:nvCxnSpPr>
          <p:cNvPr id="4" name="Gerade Verbindung 3">
            <a:extLst>
              <a:ext uri="{FF2B5EF4-FFF2-40B4-BE49-F238E27FC236}">
                <a16:creationId xmlns:a16="http://schemas.microsoft.com/office/drawing/2014/main" id="{D81BB6B9-E561-712F-CD7D-1E007BE5A578}"/>
              </a:ext>
            </a:extLst>
          </p:cNvPr>
          <p:cNvCxnSpPr/>
          <p:nvPr/>
        </p:nvCxnSpPr>
        <p:spPr>
          <a:xfrm flipH="1" flipV="1">
            <a:off x="4880113" y="3538331"/>
            <a:ext cx="805070" cy="149087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feld 5">
            <a:extLst>
              <a:ext uri="{FF2B5EF4-FFF2-40B4-BE49-F238E27FC236}">
                <a16:creationId xmlns:a16="http://schemas.microsoft.com/office/drawing/2014/main" id="{257EF868-7798-114B-9556-AC523850B5A5}"/>
              </a:ext>
            </a:extLst>
          </p:cNvPr>
          <p:cNvSpPr txBox="1"/>
          <p:nvPr/>
        </p:nvSpPr>
        <p:spPr>
          <a:xfrm>
            <a:off x="3122770" y="3391980"/>
            <a:ext cx="18325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</a:rPr>
              <a:t>Slider </a:t>
            </a:r>
            <a:r>
              <a:rPr lang="de-DE" sz="1200" dirty="0" err="1">
                <a:solidFill>
                  <a:schemeClr val="bg1"/>
                </a:solidFill>
              </a:rPr>
              <a:t>button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for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pictures</a:t>
            </a:r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9" name="Geschweifte Klammer links 8">
            <a:extLst>
              <a:ext uri="{FF2B5EF4-FFF2-40B4-BE49-F238E27FC236}">
                <a16:creationId xmlns:a16="http://schemas.microsoft.com/office/drawing/2014/main" id="{158C8CE2-E6B4-8765-3741-4710974BEE1C}"/>
              </a:ext>
            </a:extLst>
          </p:cNvPr>
          <p:cNvSpPr/>
          <p:nvPr/>
        </p:nvSpPr>
        <p:spPr>
          <a:xfrm rot="10800000">
            <a:off x="8617301" y="397966"/>
            <a:ext cx="67011" cy="276999"/>
          </a:xfrm>
          <a:prstGeom prst="leftBrac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C7B70580-45F2-C62B-D10C-155F63B3089A}"/>
              </a:ext>
            </a:extLst>
          </p:cNvPr>
          <p:cNvSpPr txBox="1"/>
          <p:nvPr/>
        </p:nvSpPr>
        <p:spPr>
          <a:xfrm>
            <a:off x="8684312" y="432840"/>
            <a:ext cx="7509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</a:rPr>
              <a:t>New Top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3A1526D9-D4C1-F97F-9FAC-4AA2C5EDA4BF}"/>
              </a:ext>
            </a:extLst>
          </p:cNvPr>
          <p:cNvSpPr txBox="1"/>
          <p:nvPr/>
        </p:nvSpPr>
        <p:spPr>
          <a:xfrm>
            <a:off x="8816834" y="1347067"/>
            <a:ext cx="12685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</a:rPr>
              <a:t>Different </a:t>
            </a:r>
            <a:r>
              <a:rPr lang="de-DE" sz="1200" dirty="0" err="1">
                <a:solidFill>
                  <a:schemeClr val="bg1"/>
                </a:solidFill>
              </a:rPr>
              <a:t>picture</a:t>
            </a:r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12" name="Geschweifte Klammer links 11">
            <a:extLst>
              <a:ext uri="{FF2B5EF4-FFF2-40B4-BE49-F238E27FC236}">
                <a16:creationId xmlns:a16="http://schemas.microsoft.com/office/drawing/2014/main" id="{0BA3FA64-DF87-0921-CF01-46FD30EDC8AA}"/>
              </a:ext>
            </a:extLst>
          </p:cNvPr>
          <p:cNvSpPr/>
          <p:nvPr/>
        </p:nvSpPr>
        <p:spPr>
          <a:xfrm rot="10800000">
            <a:off x="8607981" y="1017965"/>
            <a:ext cx="152661" cy="935201"/>
          </a:xfrm>
          <a:prstGeom prst="leftBrac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08640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29000">
              <a:schemeClr val="tx1"/>
            </a:gs>
            <a:gs pos="83000">
              <a:schemeClr val="tx1"/>
            </a:gs>
            <a:gs pos="100000">
              <a:schemeClr val="tx1"/>
            </a:gs>
          </a:gsLst>
          <a:lin ang="81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6B6BFC-2F9C-52C3-9FD2-1D84006E8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71DD4250-60C4-B3F7-6B47-E686342B1A4D}"/>
              </a:ext>
            </a:extLst>
          </p:cNvPr>
          <p:cNvSpPr txBox="1"/>
          <p:nvPr/>
        </p:nvSpPr>
        <p:spPr>
          <a:xfrm>
            <a:off x="708660" y="1485567"/>
            <a:ext cx="15440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Design</a:t>
            </a:r>
          </a:p>
        </p:txBody>
      </p:sp>
      <p:sp>
        <p:nvSpPr>
          <p:cNvPr id="7" name="Rechtwinkliges Dreieck 6">
            <a:extLst>
              <a:ext uri="{FF2B5EF4-FFF2-40B4-BE49-F238E27FC236}">
                <a16:creationId xmlns:a16="http://schemas.microsoft.com/office/drawing/2014/main" id="{F7BA3672-48BE-DC48-6A02-79CDEA6CE270}"/>
              </a:ext>
            </a:extLst>
          </p:cNvPr>
          <p:cNvSpPr/>
          <p:nvPr/>
        </p:nvSpPr>
        <p:spPr>
          <a:xfrm flipH="1">
            <a:off x="12195810" y="-50256"/>
            <a:ext cx="6362700" cy="6931116"/>
          </a:xfrm>
          <a:prstGeom prst="rtTriangle">
            <a:avLst/>
          </a:prstGeom>
          <a:gradFill>
            <a:gsLst>
              <a:gs pos="0">
                <a:schemeClr val="accent4">
                  <a:lumMod val="5000"/>
                  <a:lumOff val="95000"/>
                </a:schemeClr>
              </a:gs>
              <a:gs pos="54000">
                <a:schemeClr val="bg1"/>
              </a:gs>
              <a:gs pos="0">
                <a:schemeClr val="bg2">
                  <a:lumMod val="7500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7AAF74EF-5AB9-4597-84EE-9B9A1AF4BF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2002" y="-369706"/>
            <a:ext cx="3238637" cy="2159091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461D4550-ED78-F2F7-F043-660678C3C58C}"/>
              </a:ext>
            </a:extLst>
          </p:cNvPr>
          <p:cNvSpPr txBox="1"/>
          <p:nvPr/>
        </p:nvSpPr>
        <p:spPr>
          <a:xfrm>
            <a:off x="708660" y="1917853"/>
            <a:ext cx="2941831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Navigation-Menu</a:t>
            </a:r>
          </a:p>
          <a:p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23FC27D5-1C14-C9BA-18CC-C7D1699612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0736" y="398740"/>
            <a:ext cx="3314651" cy="6027359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2ABA2825-F7A5-711F-2349-739689C1D36A}"/>
              </a:ext>
            </a:extLst>
          </p:cNvPr>
          <p:cNvSpPr/>
          <p:nvPr/>
        </p:nvSpPr>
        <p:spPr>
          <a:xfrm>
            <a:off x="7762461" y="4343400"/>
            <a:ext cx="417443" cy="337930"/>
          </a:xfrm>
          <a:prstGeom prst="rect">
            <a:avLst/>
          </a:prstGeom>
          <a:solidFill>
            <a:srgbClr val="1E1A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Geschweifte Klammer links 4">
            <a:extLst>
              <a:ext uri="{FF2B5EF4-FFF2-40B4-BE49-F238E27FC236}">
                <a16:creationId xmlns:a16="http://schemas.microsoft.com/office/drawing/2014/main" id="{03A10E26-A14A-789B-2E04-A3ECF7EDE79C}"/>
              </a:ext>
            </a:extLst>
          </p:cNvPr>
          <p:cNvSpPr/>
          <p:nvPr/>
        </p:nvSpPr>
        <p:spPr>
          <a:xfrm>
            <a:off x="5118732" y="437722"/>
            <a:ext cx="67011" cy="276999"/>
          </a:xfrm>
          <a:prstGeom prst="leftBrac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84B67020-D409-5988-46C8-B360E2BEB560}"/>
              </a:ext>
            </a:extLst>
          </p:cNvPr>
          <p:cNvSpPr txBox="1"/>
          <p:nvPr/>
        </p:nvSpPr>
        <p:spPr>
          <a:xfrm>
            <a:off x="3716460" y="345388"/>
            <a:ext cx="14783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</a:rPr>
              <a:t>Maybe </a:t>
            </a:r>
            <a:r>
              <a:rPr lang="de-DE" sz="1200" dirty="0" err="1">
                <a:solidFill>
                  <a:schemeClr val="bg1"/>
                </a:solidFill>
              </a:rPr>
              <a:t>other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color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or</a:t>
            </a:r>
            <a:r>
              <a:rPr lang="de-DE" sz="1200" dirty="0">
                <a:solidFill>
                  <a:schemeClr val="bg1"/>
                </a:solidFill>
              </a:rPr>
              <a:t> design </a:t>
            </a:r>
            <a:r>
              <a:rPr lang="de-DE" sz="1200" dirty="0" err="1">
                <a:solidFill>
                  <a:schemeClr val="bg1"/>
                </a:solidFill>
              </a:rPr>
              <a:t>if</a:t>
            </a:r>
            <a:r>
              <a:rPr lang="de-DE" sz="1200" dirty="0">
                <a:solidFill>
                  <a:schemeClr val="bg1"/>
                </a:solidFill>
              </a:rPr>
              <a:t> in Menu</a:t>
            </a:r>
          </a:p>
        </p:txBody>
      </p:sp>
    </p:spTree>
    <p:extLst>
      <p:ext uri="{BB962C8B-B14F-4D97-AF65-F5344CB8AC3E}">
        <p14:creationId xmlns:p14="http://schemas.microsoft.com/office/powerpoint/2010/main" val="34919275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29000">
              <a:schemeClr val="tx1"/>
            </a:gs>
            <a:gs pos="83000">
              <a:schemeClr val="tx1"/>
            </a:gs>
            <a:gs pos="100000">
              <a:schemeClr val="tx1"/>
            </a:gs>
          </a:gsLst>
          <a:lin ang="81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56D76C-2E03-59F6-C6CB-8ECDC4BC8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55C6C279-A2C9-29F5-ED46-74F18E71CABB}"/>
              </a:ext>
            </a:extLst>
          </p:cNvPr>
          <p:cNvSpPr txBox="1"/>
          <p:nvPr/>
        </p:nvSpPr>
        <p:spPr>
          <a:xfrm>
            <a:off x="708660" y="1485567"/>
            <a:ext cx="15440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Design</a:t>
            </a:r>
          </a:p>
        </p:txBody>
      </p:sp>
      <p:sp>
        <p:nvSpPr>
          <p:cNvPr id="7" name="Rechtwinkliges Dreieck 6">
            <a:extLst>
              <a:ext uri="{FF2B5EF4-FFF2-40B4-BE49-F238E27FC236}">
                <a16:creationId xmlns:a16="http://schemas.microsoft.com/office/drawing/2014/main" id="{C90CF838-7629-F552-F087-B51038729B4A}"/>
              </a:ext>
            </a:extLst>
          </p:cNvPr>
          <p:cNvSpPr/>
          <p:nvPr/>
        </p:nvSpPr>
        <p:spPr>
          <a:xfrm flipH="1">
            <a:off x="12195810" y="-50256"/>
            <a:ext cx="6362700" cy="6931116"/>
          </a:xfrm>
          <a:prstGeom prst="rtTriangle">
            <a:avLst/>
          </a:prstGeom>
          <a:gradFill>
            <a:gsLst>
              <a:gs pos="0">
                <a:schemeClr val="accent4">
                  <a:lumMod val="5000"/>
                  <a:lumOff val="95000"/>
                </a:schemeClr>
              </a:gs>
              <a:gs pos="54000">
                <a:schemeClr val="bg1"/>
              </a:gs>
              <a:gs pos="0">
                <a:schemeClr val="bg2">
                  <a:lumMod val="7500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1000E9B8-6123-EA26-D746-6486B42428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2002" y="-369706"/>
            <a:ext cx="3238637" cy="2159091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9040FA45-6D82-3ABF-9772-DD12D749375D}"/>
              </a:ext>
            </a:extLst>
          </p:cNvPr>
          <p:cNvSpPr txBox="1"/>
          <p:nvPr/>
        </p:nvSpPr>
        <p:spPr>
          <a:xfrm>
            <a:off x="708660" y="1917853"/>
            <a:ext cx="2508957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Product-Detail</a:t>
            </a:r>
          </a:p>
          <a:p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6150F58-DF5B-8AB3-0079-CEB3F9C625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8939" y="398739"/>
            <a:ext cx="3351680" cy="6027359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8407F53A-8396-39E2-A65C-2DBCB4151019}"/>
              </a:ext>
            </a:extLst>
          </p:cNvPr>
          <p:cNvSpPr/>
          <p:nvPr/>
        </p:nvSpPr>
        <p:spPr>
          <a:xfrm>
            <a:off x="7772400" y="805070"/>
            <a:ext cx="417443" cy="337930"/>
          </a:xfrm>
          <a:prstGeom prst="rect">
            <a:avLst/>
          </a:prstGeom>
          <a:solidFill>
            <a:srgbClr val="1E1A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Geschweifte Klammer links 5">
            <a:extLst>
              <a:ext uri="{FF2B5EF4-FFF2-40B4-BE49-F238E27FC236}">
                <a16:creationId xmlns:a16="http://schemas.microsoft.com/office/drawing/2014/main" id="{CB2E4920-F216-1F2A-E5C1-BCDE84E4202B}"/>
              </a:ext>
            </a:extLst>
          </p:cNvPr>
          <p:cNvSpPr/>
          <p:nvPr/>
        </p:nvSpPr>
        <p:spPr>
          <a:xfrm rot="10800000">
            <a:off x="8627859" y="1762229"/>
            <a:ext cx="138454" cy="315111"/>
          </a:xfrm>
          <a:prstGeom prst="leftBrac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17B54923-E347-4468-D780-D2EF2673D560}"/>
              </a:ext>
            </a:extLst>
          </p:cNvPr>
          <p:cNvSpPr txBox="1"/>
          <p:nvPr/>
        </p:nvSpPr>
        <p:spPr>
          <a:xfrm>
            <a:off x="8823553" y="1789385"/>
            <a:ext cx="11993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</a:rPr>
              <a:t>Color </a:t>
            </a:r>
            <a:r>
              <a:rPr lang="de-DE" sz="1200" dirty="0" err="1">
                <a:solidFill>
                  <a:schemeClr val="bg1"/>
                </a:solidFill>
              </a:rPr>
              <a:t>selection</a:t>
            </a:r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6C7A12EC-79E3-F12F-4ADA-5F29EED6A75B}"/>
              </a:ext>
            </a:extLst>
          </p:cNvPr>
          <p:cNvSpPr txBox="1"/>
          <p:nvPr/>
        </p:nvSpPr>
        <p:spPr>
          <a:xfrm>
            <a:off x="8730714" y="2613006"/>
            <a:ext cx="20127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 err="1">
                <a:solidFill>
                  <a:schemeClr val="bg1"/>
                </a:solidFill>
              </a:rPr>
              <a:t>Availability</a:t>
            </a:r>
            <a:r>
              <a:rPr lang="de-DE" sz="1200" dirty="0">
                <a:solidFill>
                  <a:schemeClr val="bg1"/>
                </a:solidFill>
              </a:rPr>
              <a:t>, </a:t>
            </a:r>
            <a:r>
              <a:rPr lang="de-DE" sz="1200" dirty="0" err="1">
                <a:solidFill>
                  <a:schemeClr val="bg1"/>
                </a:solidFill>
              </a:rPr>
              <a:t>shipping</a:t>
            </a:r>
            <a:r>
              <a:rPr lang="de-DE" sz="1200" dirty="0">
                <a:solidFill>
                  <a:schemeClr val="bg1"/>
                </a:solidFill>
              </a:rPr>
              <a:t>, </a:t>
            </a:r>
            <a:r>
              <a:rPr lang="de-DE" sz="1200" dirty="0" err="1">
                <a:solidFill>
                  <a:schemeClr val="bg1"/>
                </a:solidFill>
              </a:rPr>
              <a:t>return</a:t>
            </a:r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11" name="Geschweifte Klammer links 10">
            <a:extLst>
              <a:ext uri="{FF2B5EF4-FFF2-40B4-BE49-F238E27FC236}">
                <a16:creationId xmlns:a16="http://schemas.microsoft.com/office/drawing/2014/main" id="{4CB4B35D-E100-817C-8341-1F524A284B00}"/>
              </a:ext>
            </a:extLst>
          </p:cNvPr>
          <p:cNvSpPr/>
          <p:nvPr/>
        </p:nvSpPr>
        <p:spPr>
          <a:xfrm rot="10800000">
            <a:off x="8605586" y="2481517"/>
            <a:ext cx="138454" cy="539978"/>
          </a:xfrm>
          <a:prstGeom prst="leftBrac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Geschweifte Klammer links 11">
            <a:extLst>
              <a:ext uri="{FF2B5EF4-FFF2-40B4-BE49-F238E27FC236}">
                <a16:creationId xmlns:a16="http://schemas.microsoft.com/office/drawing/2014/main" id="{EE581D15-EC7C-721B-45D4-C26C59B3F4E8}"/>
              </a:ext>
            </a:extLst>
          </p:cNvPr>
          <p:cNvSpPr/>
          <p:nvPr/>
        </p:nvSpPr>
        <p:spPr>
          <a:xfrm rot="10800000">
            <a:off x="8613130" y="3133105"/>
            <a:ext cx="138454" cy="539978"/>
          </a:xfrm>
          <a:prstGeom prst="leftBrac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0452580F-ABF7-00D4-B235-C6E0338B6C9E}"/>
              </a:ext>
            </a:extLst>
          </p:cNvPr>
          <p:cNvSpPr txBox="1"/>
          <p:nvPr/>
        </p:nvSpPr>
        <p:spPr>
          <a:xfrm>
            <a:off x="8730714" y="3264594"/>
            <a:ext cx="28594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</a:rPr>
              <a:t>Extra </a:t>
            </a:r>
            <a:r>
              <a:rPr lang="de-DE" sz="1200" dirty="0" err="1">
                <a:solidFill>
                  <a:schemeClr val="bg1"/>
                </a:solidFill>
              </a:rPr>
              <a:t>information</a:t>
            </a:r>
            <a:r>
              <a:rPr lang="de-DE" sz="1200" dirty="0">
                <a:solidFill>
                  <a:schemeClr val="bg1"/>
                </a:solidFill>
              </a:rPr>
              <a:t>, </a:t>
            </a:r>
            <a:r>
              <a:rPr lang="de-DE" sz="1200" dirty="0" err="1">
                <a:solidFill>
                  <a:schemeClr val="bg1"/>
                </a:solidFill>
              </a:rPr>
              <a:t>unfolds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when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pressed</a:t>
            </a:r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14" name="Geschweifte Klammer links 13">
            <a:extLst>
              <a:ext uri="{FF2B5EF4-FFF2-40B4-BE49-F238E27FC236}">
                <a16:creationId xmlns:a16="http://schemas.microsoft.com/office/drawing/2014/main" id="{473363AC-120F-F2B8-FD65-52DDBB25B448}"/>
              </a:ext>
            </a:extLst>
          </p:cNvPr>
          <p:cNvSpPr/>
          <p:nvPr/>
        </p:nvSpPr>
        <p:spPr>
          <a:xfrm>
            <a:off x="5023277" y="3604282"/>
            <a:ext cx="138454" cy="315111"/>
          </a:xfrm>
          <a:prstGeom prst="leftBrac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9AB356B7-350E-4E04-A90F-24348C936062}"/>
              </a:ext>
            </a:extLst>
          </p:cNvPr>
          <p:cNvSpPr txBox="1"/>
          <p:nvPr/>
        </p:nvSpPr>
        <p:spPr>
          <a:xfrm>
            <a:off x="3638683" y="3503894"/>
            <a:ext cx="15214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err="1">
                <a:solidFill>
                  <a:schemeClr val="bg1"/>
                </a:solidFill>
              </a:rPr>
              <a:t>When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view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reviews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is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pressed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linked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to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reviews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of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theis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product</a:t>
            </a:r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16" name="Geschweifte Klammer links 15">
            <a:extLst>
              <a:ext uri="{FF2B5EF4-FFF2-40B4-BE49-F238E27FC236}">
                <a16:creationId xmlns:a16="http://schemas.microsoft.com/office/drawing/2014/main" id="{2D9D6EEF-B9FC-1620-3277-4C6C09C21E5E}"/>
              </a:ext>
            </a:extLst>
          </p:cNvPr>
          <p:cNvSpPr/>
          <p:nvPr/>
        </p:nvSpPr>
        <p:spPr>
          <a:xfrm rot="10800000">
            <a:off x="8621855" y="4047672"/>
            <a:ext cx="201697" cy="1438728"/>
          </a:xfrm>
          <a:prstGeom prst="leftBrac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53FB7AAF-98AB-3BAD-524E-19D961A52754}"/>
              </a:ext>
            </a:extLst>
          </p:cNvPr>
          <p:cNvSpPr txBox="1"/>
          <p:nvPr/>
        </p:nvSpPr>
        <p:spPr>
          <a:xfrm>
            <a:off x="8823552" y="4628536"/>
            <a:ext cx="9953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 err="1">
                <a:solidFill>
                  <a:schemeClr val="bg1"/>
                </a:solidFill>
              </a:rPr>
              <a:t>Suggestions</a:t>
            </a:r>
            <a:endParaRPr lang="de-DE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07828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29000">
              <a:schemeClr val="tx1"/>
            </a:gs>
            <a:gs pos="83000">
              <a:schemeClr val="tx1"/>
            </a:gs>
            <a:gs pos="100000">
              <a:schemeClr val="tx1"/>
            </a:gs>
          </a:gsLst>
          <a:lin ang="81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12D686-E74A-D8F2-6CE3-119092168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34742393-FE76-5752-D310-882B19B1377E}"/>
              </a:ext>
            </a:extLst>
          </p:cNvPr>
          <p:cNvSpPr txBox="1"/>
          <p:nvPr/>
        </p:nvSpPr>
        <p:spPr>
          <a:xfrm>
            <a:off x="708660" y="1485567"/>
            <a:ext cx="15440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Design</a:t>
            </a:r>
          </a:p>
        </p:txBody>
      </p:sp>
      <p:sp>
        <p:nvSpPr>
          <p:cNvPr id="7" name="Rechtwinkliges Dreieck 6">
            <a:extLst>
              <a:ext uri="{FF2B5EF4-FFF2-40B4-BE49-F238E27FC236}">
                <a16:creationId xmlns:a16="http://schemas.microsoft.com/office/drawing/2014/main" id="{8CF78165-C879-F44E-AF2A-C2F9304DFE07}"/>
              </a:ext>
            </a:extLst>
          </p:cNvPr>
          <p:cNvSpPr/>
          <p:nvPr/>
        </p:nvSpPr>
        <p:spPr>
          <a:xfrm flipH="1">
            <a:off x="12195810" y="-50256"/>
            <a:ext cx="6362700" cy="6931116"/>
          </a:xfrm>
          <a:prstGeom prst="rtTriangle">
            <a:avLst/>
          </a:prstGeom>
          <a:gradFill>
            <a:gsLst>
              <a:gs pos="0">
                <a:schemeClr val="accent4">
                  <a:lumMod val="5000"/>
                  <a:lumOff val="95000"/>
                </a:schemeClr>
              </a:gs>
              <a:gs pos="54000">
                <a:schemeClr val="bg1"/>
              </a:gs>
              <a:gs pos="0">
                <a:schemeClr val="bg2">
                  <a:lumMod val="7500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A4D657F8-14BE-2DA1-830D-2F45D4AAA0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2002" y="-369706"/>
            <a:ext cx="3238637" cy="2159091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9DB947B3-B28C-D2E2-5DEF-931C96758968}"/>
              </a:ext>
            </a:extLst>
          </p:cNvPr>
          <p:cNvSpPr txBox="1"/>
          <p:nvPr/>
        </p:nvSpPr>
        <p:spPr>
          <a:xfrm>
            <a:off x="708660" y="1917853"/>
            <a:ext cx="2563522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Shopping-</a:t>
            </a:r>
            <a:r>
              <a:rPr lang="de-DE" sz="2800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Cart</a:t>
            </a:r>
            <a:endParaRPr lang="de-DE" sz="2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73D03AB0-80FE-6793-1610-F4E7638B4A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8939" y="415320"/>
            <a:ext cx="3351680" cy="6027359"/>
          </a:xfrm>
          <a:prstGeom prst="rect">
            <a:avLst/>
          </a:prstGeom>
        </p:spPr>
      </p:pic>
      <p:cxnSp>
        <p:nvCxnSpPr>
          <p:cNvPr id="4" name="Gerade Verbindung 3">
            <a:extLst>
              <a:ext uri="{FF2B5EF4-FFF2-40B4-BE49-F238E27FC236}">
                <a16:creationId xmlns:a16="http://schemas.microsoft.com/office/drawing/2014/main" id="{ABEB9427-9A52-16D9-7956-D9A373F0B6FB}"/>
              </a:ext>
            </a:extLst>
          </p:cNvPr>
          <p:cNvCxnSpPr/>
          <p:nvPr/>
        </p:nvCxnSpPr>
        <p:spPr>
          <a:xfrm flipH="1" flipV="1">
            <a:off x="8299174" y="1640298"/>
            <a:ext cx="805070" cy="149087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Gerade Verbindung 4">
            <a:extLst>
              <a:ext uri="{FF2B5EF4-FFF2-40B4-BE49-F238E27FC236}">
                <a16:creationId xmlns:a16="http://schemas.microsoft.com/office/drawing/2014/main" id="{3042B45D-05E2-560A-BB1D-1366B0CBEB94}"/>
              </a:ext>
            </a:extLst>
          </p:cNvPr>
          <p:cNvCxnSpPr/>
          <p:nvPr/>
        </p:nvCxnSpPr>
        <p:spPr>
          <a:xfrm flipH="1" flipV="1">
            <a:off x="8434897" y="863415"/>
            <a:ext cx="805070" cy="1490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feld 9">
            <a:extLst>
              <a:ext uri="{FF2B5EF4-FFF2-40B4-BE49-F238E27FC236}">
                <a16:creationId xmlns:a16="http://schemas.microsoft.com/office/drawing/2014/main" id="{1339392A-32C0-69A3-EC01-89FACD75C4A2}"/>
              </a:ext>
            </a:extLst>
          </p:cNvPr>
          <p:cNvSpPr txBox="1"/>
          <p:nvPr/>
        </p:nvSpPr>
        <p:spPr>
          <a:xfrm>
            <a:off x="9183847" y="910901"/>
            <a:ext cx="21827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</a:rPr>
              <a:t>Price </a:t>
            </a:r>
            <a:r>
              <a:rPr lang="de-DE" sz="1200" dirty="0" err="1">
                <a:solidFill>
                  <a:schemeClr val="bg1"/>
                </a:solidFill>
              </a:rPr>
              <a:t>to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free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shipping</a:t>
            </a:r>
            <a:endParaRPr lang="de-DE" sz="1200" dirty="0">
              <a:solidFill>
                <a:schemeClr val="bg1"/>
              </a:solidFill>
            </a:endParaRPr>
          </a:p>
          <a:p>
            <a:r>
              <a:rPr lang="de-DE" sz="1200" dirty="0">
                <a:solidFill>
                  <a:schemeClr val="bg1"/>
                </a:solidFill>
              </a:rPr>
              <a:t>-&gt; </a:t>
            </a:r>
            <a:r>
              <a:rPr lang="de-DE" sz="1200" dirty="0" err="1">
                <a:solidFill>
                  <a:schemeClr val="bg1"/>
                </a:solidFill>
              </a:rPr>
              <a:t>Makes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customers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buy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more</a:t>
            </a:r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59CBC7E-8D66-C09B-D594-6E505B7AF4FE}"/>
              </a:ext>
            </a:extLst>
          </p:cNvPr>
          <p:cNvSpPr txBox="1"/>
          <p:nvPr/>
        </p:nvSpPr>
        <p:spPr>
          <a:xfrm>
            <a:off x="9104244" y="1615117"/>
            <a:ext cx="17225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 err="1">
                <a:solidFill>
                  <a:schemeClr val="bg1"/>
                </a:solidFill>
              </a:rPr>
              <a:t>Amout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can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be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adjusted</a:t>
            </a:r>
            <a:endParaRPr lang="de-DE" sz="1200" dirty="0">
              <a:solidFill>
                <a:schemeClr val="bg1"/>
              </a:solidFill>
            </a:endParaRPr>
          </a:p>
        </p:txBody>
      </p:sp>
      <p:cxnSp>
        <p:nvCxnSpPr>
          <p:cNvPr id="12" name="Gerade Verbindung 11">
            <a:extLst>
              <a:ext uri="{FF2B5EF4-FFF2-40B4-BE49-F238E27FC236}">
                <a16:creationId xmlns:a16="http://schemas.microsoft.com/office/drawing/2014/main" id="{B663AA6B-3B2C-D986-1F40-3859BA3F95E2}"/>
              </a:ext>
            </a:extLst>
          </p:cNvPr>
          <p:cNvCxnSpPr>
            <a:cxnSpLocks/>
          </p:cNvCxnSpPr>
          <p:nvPr/>
        </p:nvCxnSpPr>
        <p:spPr>
          <a:xfrm flipH="1">
            <a:off x="4521319" y="3021496"/>
            <a:ext cx="2008690" cy="23846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feld 13">
            <a:extLst>
              <a:ext uri="{FF2B5EF4-FFF2-40B4-BE49-F238E27FC236}">
                <a16:creationId xmlns:a16="http://schemas.microsoft.com/office/drawing/2014/main" id="{BF992864-B5D9-CFA9-34EB-0AFD1488B108}"/>
              </a:ext>
            </a:extLst>
          </p:cNvPr>
          <p:cNvSpPr txBox="1"/>
          <p:nvPr/>
        </p:nvSpPr>
        <p:spPr>
          <a:xfrm>
            <a:off x="3036286" y="3136379"/>
            <a:ext cx="14850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</a:rPr>
              <a:t>With </a:t>
            </a:r>
            <a:r>
              <a:rPr lang="de-DE" sz="1200" dirty="0" err="1">
                <a:solidFill>
                  <a:schemeClr val="bg1"/>
                </a:solidFill>
              </a:rPr>
              <a:t>one</a:t>
            </a:r>
            <a:r>
              <a:rPr lang="de-DE" sz="1200" dirty="0">
                <a:solidFill>
                  <a:schemeClr val="bg1"/>
                </a:solidFill>
              </a:rPr>
              <a:t> </a:t>
            </a:r>
            <a:r>
              <a:rPr lang="de-DE" sz="1200" dirty="0" err="1">
                <a:solidFill>
                  <a:schemeClr val="bg1"/>
                </a:solidFill>
              </a:rPr>
              <a:t>click</a:t>
            </a:r>
            <a:r>
              <a:rPr lang="de-DE" sz="1200" dirty="0">
                <a:solidFill>
                  <a:schemeClr val="bg1"/>
                </a:solidFill>
              </a:rPr>
              <a:t> back </a:t>
            </a:r>
            <a:r>
              <a:rPr lang="de-DE" sz="1200" dirty="0" err="1">
                <a:solidFill>
                  <a:schemeClr val="bg1"/>
                </a:solidFill>
              </a:rPr>
              <a:t>to</a:t>
            </a:r>
            <a:r>
              <a:rPr lang="de-DE" sz="1200" dirty="0">
                <a:solidFill>
                  <a:schemeClr val="bg1"/>
                </a:solidFill>
              </a:rPr>
              <a:t> Shopping</a:t>
            </a:r>
          </a:p>
        </p:txBody>
      </p:sp>
    </p:spTree>
    <p:extLst>
      <p:ext uri="{BB962C8B-B14F-4D97-AF65-F5344CB8AC3E}">
        <p14:creationId xmlns:p14="http://schemas.microsoft.com/office/powerpoint/2010/main" val="40811181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29000">
              <a:schemeClr val="tx1"/>
            </a:gs>
            <a:gs pos="83000">
              <a:schemeClr val="tx1"/>
            </a:gs>
            <a:gs pos="100000">
              <a:schemeClr val="tx1"/>
            </a:gs>
          </a:gsLst>
          <a:lin ang="81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FDC8C3-B572-D87F-0890-B646FC504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A46DEF6D-C966-38C3-569F-E9E0D6B2A78E}"/>
              </a:ext>
            </a:extLst>
          </p:cNvPr>
          <p:cNvSpPr txBox="1"/>
          <p:nvPr/>
        </p:nvSpPr>
        <p:spPr>
          <a:xfrm>
            <a:off x="708660" y="1485567"/>
            <a:ext cx="15440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Design</a:t>
            </a:r>
          </a:p>
        </p:txBody>
      </p:sp>
      <p:sp>
        <p:nvSpPr>
          <p:cNvPr id="7" name="Rechtwinkliges Dreieck 6">
            <a:extLst>
              <a:ext uri="{FF2B5EF4-FFF2-40B4-BE49-F238E27FC236}">
                <a16:creationId xmlns:a16="http://schemas.microsoft.com/office/drawing/2014/main" id="{DA681830-5C34-FD30-2C14-FA201080672E}"/>
              </a:ext>
            </a:extLst>
          </p:cNvPr>
          <p:cNvSpPr/>
          <p:nvPr/>
        </p:nvSpPr>
        <p:spPr>
          <a:xfrm flipH="1">
            <a:off x="12195810" y="-50256"/>
            <a:ext cx="6362700" cy="6931116"/>
          </a:xfrm>
          <a:prstGeom prst="rtTriangle">
            <a:avLst/>
          </a:prstGeom>
          <a:gradFill>
            <a:gsLst>
              <a:gs pos="0">
                <a:schemeClr val="accent4">
                  <a:lumMod val="5000"/>
                  <a:lumOff val="95000"/>
                </a:schemeClr>
              </a:gs>
              <a:gs pos="54000">
                <a:schemeClr val="bg1"/>
              </a:gs>
              <a:gs pos="0">
                <a:schemeClr val="bg2">
                  <a:lumMod val="7500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0B96A87-233A-2A35-8058-7C5EC1D57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2002" y="-369706"/>
            <a:ext cx="3238637" cy="2159091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62FA09E7-0CBD-3A10-DCA2-361FAE0F30CE}"/>
              </a:ext>
            </a:extLst>
          </p:cNvPr>
          <p:cNvSpPr txBox="1"/>
          <p:nvPr/>
        </p:nvSpPr>
        <p:spPr>
          <a:xfrm>
            <a:off x="708660" y="1917853"/>
            <a:ext cx="1436612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Sign</a:t>
            </a:r>
            <a:r>
              <a:rPr lang="de-DE" sz="28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-In </a:t>
            </a:r>
          </a:p>
          <a:p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C808B36-1886-6B7C-0D73-0FB95650AE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8940" y="863376"/>
            <a:ext cx="3351680" cy="4995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062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29000">
              <a:schemeClr val="tx1"/>
            </a:gs>
            <a:gs pos="83000">
              <a:schemeClr val="tx1"/>
            </a:gs>
            <a:gs pos="100000">
              <a:schemeClr val="tx1"/>
            </a:gs>
          </a:gsLst>
          <a:lin ang="81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5D4DCA-5F42-B634-8B7C-FD50F9DBC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afik 20">
            <a:extLst>
              <a:ext uri="{FF2B5EF4-FFF2-40B4-BE49-F238E27FC236}">
                <a16:creationId xmlns:a16="http://schemas.microsoft.com/office/drawing/2014/main" id="{97B4F40A-9DC7-AE48-5B4F-A83AE13375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2002" y="-369706"/>
            <a:ext cx="3238637" cy="2159091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0693333C-4727-FFFB-EAA8-C7C87156CDC5}"/>
              </a:ext>
            </a:extLst>
          </p:cNvPr>
          <p:cNvSpPr txBox="1"/>
          <p:nvPr/>
        </p:nvSpPr>
        <p:spPr>
          <a:xfrm>
            <a:off x="708660" y="1485567"/>
            <a:ext cx="15440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Design</a:t>
            </a:r>
          </a:p>
        </p:txBody>
      </p:sp>
      <p:sp>
        <p:nvSpPr>
          <p:cNvPr id="4" name="Rechtwinkliges Dreieck 3">
            <a:extLst>
              <a:ext uri="{FF2B5EF4-FFF2-40B4-BE49-F238E27FC236}">
                <a16:creationId xmlns:a16="http://schemas.microsoft.com/office/drawing/2014/main" id="{271BA9A1-0F5D-E706-E501-A68A6EB4C6F2}"/>
              </a:ext>
            </a:extLst>
          </p:cNvPr>
          <p:cNvSpPr/>
          <p:nvPr/>
        </p:nvSpPr>
        <p:spPr>
          <a:xfrm flipH="1">
            <a:off x="5863590" y="-50256"/>
            <a:ext cx="6362700" cy="6931116"/>
          </a:xfrm>
          <a:prstGeom prst="rtTriangle">
            <a:avLst/>
          </a:prstGeom>
          <a:gradFill>
            <a:gsLst>
              <a:gs pos="0">
                <a:schemeClr val="accent4">
                  <a:lumMod val="5000"/>
                  <a:lumOff val="95000"/>
                </a:schemeClr>
              </a:gs>
              <a:gs pos="54000">
                <a:schemeClr val="bg1"/>
              </a:gs>
              <a:gs pos="0">
                <a:schemeClr val="bg2">
                  <a:lumMod val="7500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0C9EAF63-AEF1-E8B6-6779-7EBD57C0CA35}"/>
              </a:ext>
            </a:extLst>
          </p:cNvPr>
          <p:cNvSpPr txBox="1"/>
          <p:nvPr/>
        </p:nvSpPr>
        <p:spPr>
          <a:xfrm>
            <a:off x="708661" y="2615083"/>
            <a:ext cx="692459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Missing</a:t>
            </a:r>
            <a:r>
              <a:rPr lang="de-DE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Pages/ Irrelevant Pages:</a:t>
            </a:r>
          </a:p>
          <a:p>
            <a:pPr marL="285750" indent="-285750">
              <a:buFontTx/>
              <a:buChar char="-"/>
            </a:pPr>
            <a:r>
              <a:rPr lang="de-DE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Checkout</a:t>
            </a:r>
            <a:endParaRPr lang="de-DE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50" indent="-285750">
              <a:buFontTx/>
              <a:buChar char="-"/>
            </a:pPr>
            <a:r>
              <a:rPr lang="de-DE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My </a:t>
            </a:r>
            <a:r>
              <a:rPr lang="de-DE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profile</a:t>
            </a:r>
            <a:endParaRPr lang="de-DE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50" indent="-285750">
              <a:buFontTx/>
              <a:buChar char="-"/>
            </a:pPr>
            <a:r>
              <a:rPr lang="de-DE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About </a:t>
            </a:r>
            <a:r>
              <a:rPr lang="de-DE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Us</a:t>
            </a:r>
            <a:endParaRPr lang="de-DE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50" indent="-285750">
              <a:buFontTx/>
              <a:buChar char="-"/>
            </a:pPr>
            <a:r>
              <a:rPr lang="de-DE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Help &amp; Support</a:t>
            </a:r>
          </a:p>
          <a:p>
            <a:pPr marL="285750" indent="-285750">
              <a:buFontTx/>
              <a:buChar char="-"/>
            </a:pPr>
            <a:r>
              <a:rPr lang="de-DE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FAQ‘s</a:t>
            </a:r>
            <a:endParaRPr lang="de-DE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50" indent="-285750">
              <a:buFontTx/>
              <a:buChar char="-"/>
            </a:pPr>
            <a:r>
              <a:rPr lang="de-DE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Terms and </a:t>
            </a:r>
            <a:r>
              <a:rPr lang="de-DE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conditions</a:t>
            </a:r>
            <a:r>
              <a:rPr lang="de-DE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/ Privacy Policy</a:t>
            </a:r>
          </a:p>
          <a:p>
            <a:endParaRPr lang="de-DE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12252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29000">
              <a:schemeClr val="tx1"/>
            </a:gs>
            <a:gs pos="83000">
              <a:schemeClr val="tx1"/>
            </a:gs>
            <a:gs pos="100000">
              <a:schemeClr val="tx1"/>
            </a:gs>
          </a:gsLst>
          <a:lin ang="81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C9233E-5A24-5695-2D06-FAE609EC8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hteck 19">
            <a:extLst>
              <a:ext uri="{FF2B5EF4-FFF2-40B4-BE49-F238E27FC236}">
                <a16:creationId xmlns:a16="http://schemas.microsoft.com/office/drawing/2014/main" id="{D6C80D79-B69B-3833-7859-477201B0C56C}"/>
              </a:ext>
            </a:extLst>
          </p:cNvPr>
          <p:cNvSpPr/>
          <p:nvPr/>
        </p:nvSpPr>
        <p:spPr>
          <a:xfrm>
            <a:off x="7539711" y="3380422"/>
            <a:ext cx="1188720" cy="1428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95EF885-5BF6-EA7D-B984-6912B7D494DA}"/>
              </a:ext>
            </a:extLst>
          </p:cNvPr>
          <p:cNvSpPr/>
          <p:nvPr/>
        </p:nvSpPr>
        <p:spPr>
          <a:xfrm>
            <a:off x="8587466" y="2776903"/>
            <a:ext cx="1307592" cy="129610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FF0000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32D5F96-BE6D-EEAA-49AC-455569EA4A44}"/>
              </a:ext>
            </a:extLst>
          </p:cNvPr>
          <p:cNvSpPr/>
          <p:nvPr/>
        </p:nvSpPr>
        <p:spPr>
          <a:xfrm>
            <a:off x="2043786" y="2914650"/>
            <a:ext cx="1078230" cy="107442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0800" dist="50800" dir="1740000" algn="ctr" rotWithShape="0">
              <a:srgbClr val="00000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9CAE972-4DAE-AD51-4FBB-0EC0706E33AC}"/>
              </a:ext>
            </a:extLst>
          </p:cNvPr>
          <p:cNvSpPr/>
          <p:nvPr/>
        </p:nvSpPr>
        <p:spPr>
          <a:xfrm>
            <a:off x="4274541" y="2914650"/>
            <a:ext cx="1078230" cy="10744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7181041-B48D-4C10-78CF-5183881671E3}"/>
              </a:ext>
            </a:extLst>
          </p:cNvPr>
          <p:cNvSpPr/>
          <p:nvPr/>
        </p:nvSpPr>
        <p:spPr>
          <a:xfrm>
            <a:off x="6484341" y="2914650"/>
            <a:ext cx="1078230" cy="10744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17B8EA5-D4F1-589E-6238-F928F7A34844}"/>
              </a:ext>
            </a:extLst>
          </p:cNvPr>
          <p:cNvSpPr/>
          <p:nvPr/>
        </p:nvSpPr>
        <p:spPr>
          <a:xfrm>
            <a:off x="8717001" y="2914650"/>
            <a:ext cx="1078230" cy="10744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94BC931E-5052-E2CC-50B2-5BA64526E299}"/>
              </a:ext>
            </a:extLst>
          </p:cNvPr>
          <p:cNvSpPr txBox="1"/>
          <p:nvPr/>
        </p:nvSpPr>
        <p:spPr>
          <a:xfrm>
            <a:off x="6225261" y="4103370"/>
            <a:ext cx="17602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Considerations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+ Initial Design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DCE70AB1-7ACC-C71C-1853-ED27AFC76F17}"/>
              </a:ext>
            </a:extLst>
          </p:cNvPr>
          <p:cNvSpPr txBox="1"/>
          <p:nvPr/>
        </p:nvSpPr>
        <p:spPr>
          <a:xfrm>
            <a:off x="8471256" y="4103369"/>
            <a:ext cx="15925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Following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Steps</a:t>
            </a:r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048B3453-29E3-8874-AC6E-FC7B4F94DD56}"/>
              </a:ext>
            </a:extLst>
          </p:cNvPr>
          <p:cNvSpPr/>
          <p:nvPr/>
        </p:nvSpPr>
        <p:spPr>
          <a:xfrm>
            <a:off x="5318481" y="3380422"/>
            <a:ext cx="1188720" cy="1428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376B9131-E73B-3AA7-F068-26ECE8FC00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2002" y="-381136"/>
            <a:ext cx="3238637" cy="2159091"/>
          </a:xfrm>
          <a:prstGeom prst="rect">
            <a:avLst/>
          </a:prstGeom>
        </p:spPr>
      </p:pic>
      <p:sp>
        <p:nvSpPr>
          <p:cNvPr id="22" name="Textfeld 21">
            <a:extLst>
              <a:ext uri="{FF2B5EF4-FFF2-40B4-BE49-F238E27FC236}">
                <a16:creationId xmlns:a16="http://schemas.microsoft.com/office/drawing/2014/main" id="{97425446-0DAC-7851-606C-59B80AAF91FD}"/>
              </a:ext>
            </a:extLst>
          </p:cNvPr>
          <p:cNvSpPr txBox="1"/>
          <p:nvPr/>
        </p:nvSpPr>
        <p:spPr>
          <a:xfrm>
            <a:off x="2886635" y="1276344"/>
            <a:ext cx="63627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800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Presentation</a:t>
            </a:r>
            <a:r>
              <a:rPr lang="de-DE" sz="48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sz="4800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Overview</a:t>
            </a:r>
            <a:endParaRPr lang="de-DE" sz="4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6" name="3D-Modell 25" descr="Hellgraue Kugel">
                <a:extLst>
                  <a:ext uri="{FF2B5EF4-FFF2-40B4-BE49-F238E27FC236}">
                    <a16:creationId xmlns:a16="http://schemas.microsoft.com/office/drawing/2014/main" id="{7B26EEBA-AE0B-8792-EC7F-15E927185E4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748154361"/>
                  </p:ext>
                </p:extLst>
              </p:nvPr>
            </p:nvGraphicFramePr>
            <p:xfrm>
              <a:off x="8654696" y="2795103"/>
              <a:ext cx="1173479" cy="1290096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1173479" cy="1290096"/>
                    </a:xfrm>
                    <a:prstGeom prst="rect">
                      <a:avLst/>
                    </a:prstGeom>
                  </am3d:spPr>
                  <am3d:camera>
                    <am3d:pos x="0" y="0" z="814691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3146" d="1000000"/>
                    <am3d:preTrans dx="-2" dy="-18000000" dz="3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207155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6" name="3D-Modell 25" descr="Hellgraue Kugel">
                <a:extLst>
                  <a:ext uri="{FF2B5EF4-FFF2-40B4-BE49-F238E27FC236}">
                    <a16:creationId xmlns:a16="http://schemas.microsoft.com/office/drawing/2014/main" id="{7B26EEBA-AE0B-8792-EC7F-15E927185E4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654696" y="2795103"/>
                <a:ext cx="1173479" cy="1290096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feld 1">
            <a:extLst>
              <a:ext uri="{FF2B5EF4-FFF2-40B4-BE49-F238E27FC236}">
                <a16:creationId xmlns:a16="http://schemas.microsoft.com/office/drawing/2014/main" id="{62D98763-F60F-4711-E4A5-FDF5C8CFAFA2}"/>
              </a:ext>
            </a:extLst>
          </p:cNvPr>
          <p:cNvSpPr txBox="1"/>
          <p:nvPr/>
        </p:nvSpPr>
        <p:spPr>
          <a:xfrm>
            <a:off x="4086898" y="4113087"/>
            <a:ext cx="1513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User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Profiles</a:t>
            </a:r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B9ECEBA-A111-DAEF-9C82-A52A96338D3C}"/>
              </a:ext>
            </a:extLst>
          </p:cNvPr>
          <p:cNvSpPr/>
          <p:nvPr/>
        </p:nvSpPr>
        <p:spPr>
          <a:xfrm>
            <a:off x="3103784" y="3394038"/>
            <a:ext cx="1188720" cy="1428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3D-Modell 3" descr="Dunkelgraue Kugel">
                <a:extLst>
                  <a:ext uri="{FF2B5EF4-FFF2-40B4-BE49-F238E27FC236}">
                    <a16:creationId xmlns:a16="http://schemas.microsoft.com/office/drawing/2014/main" id="{D87DF19A-A9E4-5B81-76F6-A797CFE066B6}"/>
                  </a:ext>
                </a:extLst>
              </p:cNvPr>
              <p:cNvGraphicFramePr/>
              <p:nvPr/>
            </p:nvGraphicFramePr>
            <p:xfrm>
              <a:off x="1885311" y="2866769"/>
              <a:ext cx="1342275" cy="1217394"/>
            </p:xfrm>
            <a:graphic>
              <a:graphicData uri="http://schemas.microsoft.com/office/drawing/2017/model3d">
                <am3d:model3d r:embed="rId6">
                  <am3d:spPr>
                    <a:xfrm>
                      <a:off x="0" y="0"/>
                      <a:ext cx="1342275" cy="1217394"/>
                    </a:xfrm>
                    <a:prstGeom prst="rect">
                      <a:avLst/>
                    </a:prstGeom>
                  </am3d:spPr>
                  <am3d:camera>
                    <am3d:pos x="0" y="0" z="814691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3146" d="1000000"/>
                    <am3d:preTrans dx="-2" dy="-18000000" dz="3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214907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3D-Modell 3" descr="Dunkelgraue Kugel">
                <a:extLst>
                  <a:ext uri="{FF2B5EF4-FFF2-40B4-BE49-F238E27FC236}">
                    <a16:creationId xmlns:a16="http://schemas.microsoft.com/office/drawing/2014/main" id="{D87DF19A-A9E4-5B81-76F6-A797CFE066B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85311" y="2866769"/>
                <a:ext cx="1342275" cy="12173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6" name="3D-Modell 5" descr="Dunkelgraue Kugel">
                <a:extLst>
                  <a:ext uri="{FF2B5EF4-FFF2-40B4-BE49-F238E27FC236}">
                    <a16:creationId xmlns:a16="http://schemas.microsoft.com/office/drawing/2014/main" id="{518C8F69-C8E1-8DB8-9AE2-ECF8C99FA7E6}"/>
                  </a:ext>
                </a:extLst>
              </p:cNvPr>
              <p:cNvGraphicFramePr/>
              <p:nvPr/>
            </p:nvGraphicFramePr>
            <p:xfrm>
              <a:off x="4180034" y="2845628"/>
              <a:ext cx="1342275" cy="1217394"/>
            </p:xfrm>
            <a:graphic>
              <a:graphicData uri="http://schemas.microsoft.com/office/drawing/2017/model3d">
                <am3d:model3d r:embed="rId6">
                  <am3d:spPr>
                    <a:xfrm>
                      <a:off x="0" y="0"/>
                      <a:ext cx="1342275" cy="1217394"/>
                    </a:xfrm>
                    <a:prstGeom prst="rect">
                      <a:avLst/>
                    </a:prstGeom>
                  </am3d:spPr>
                  <am3d:camera>
                    <am3d:pos x="0" y="0" z="814691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3146" d="1000000"/>
                    <am3d:preTrans dx="-2" dy="-18000000" dz="3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8"/>
                  </am3d:raster>
                  <am3d:objViewport viewportSz="214907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6" name="3D-Modell 5" descr="Dunkelgraue Kugel">
                <a:extLst>
                  <a:ext uri="{FF2B5EF4-FFF2-40B4-BE49-F238E27FC236}">
                    <a16:creationId xmlns:a16="http://schemas.microsoft.com/office/drawing/2014/main" id="{518C8F69-C8E1-8DB8-9AE2-ECF8C99FA7E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180034" y="2845628"/>
                <a:ext cx="1342275" cy="12173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3" name="3D-Modell 12" descr="Dunkelgraue Kugel">
                <a:extLst>
                  <a:ext uri="{FF2B5EF4-FFF2-40B4-BE49-F238E27FC236}">
                    <a16:creationId xmlns:a16="http://schemas.microsoft.com/office/drawing/2014/main" id="{85EC1665-C989-35B7-5F99-3B14245E1277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20743291"/>
                  </p:ext>
                </p:extLst>
              </p:nvPr>
            </p:nvGraphicFramePr>
            <p:xfrm>
              <a:off x="6395408" y="2853065"/>
              <a:ext cx="1342275" cy="1217394"/>
            </p:xfrm>
            <a:graphic>
              <a:graphicData uri="http://schemas.microsoft.com/office/drawing/2017/model3d">
                <am3d:model3d r:embed="rId6">
                  <am3d:spPr>
                    <a:xfrm>
                      <a:off x="0" y="0"/>
                      <a:ext cx="1342275" cy="1217394"/>
                    </a:xfrm>
                    <a:prstGeom prst="rect">
                      <a:avLst/>
                    </a:prstGeom>
                  </am3d:spPr>
                  <am3d:camera>
                    <am3d:pos x="0" y="0" z="814691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143146" d="1000000"/>
                    <am3d:preTrans dx="-2" dy="-18000000" dz="3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9"/>
                  </am3d:raster>
                  <am3d:objViewport viewportSz="214907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3" name="3D-Modell 12" descr="Dunkelgraue Kugel">
                <a:extLst>
                  <a:ext uri="{FF2B5EF4-FFF2-40B4-BE49-F238E27FC236}">
                    <a16:creationId xmlns:a16="http://schemas.microsoft.com/office/drawing/2014/main" id="{85EC1665-C989-35B7-5F99-3B14245E127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395408" y="2853065"/>
                <a:ext cx="1342275" cy="1217394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Textfeld 16">
            <a:extLst>
              <a:ext uri="{FF2B5EF4-FFF2-40B4-BE49-F238E27FC236}">
                <a16:creationId xmlns:a16="http://schemas.microsoft.com/office/drawing/2014/main" id="{57E657CC-FBCF-D35C-1EEA-4651FE37A0AE}"/>
              </a:ext>
            </a:extLst>
          </p:cNvPr>
          <p:cNvSpPr txBox="1"/>
          <p:nvPr/>
        </p:nvSpPr>
        <p:spPr>
          <a:xfrm>
            <a:off x="1496589" y="4103369"/>
            <a:ext cx="2112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Problems &amp; Vision 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1F3C24C5-97CC-C9AF-BDAC-C31F83DE4A0B}"/>
              </a:ext>
            </a:extLst>
          </p:cNvPr>
          <p:cNvSpPr txBox="1"/>
          <p:nvPr/>
        </p:nvSpPr>
        <p:spPr>
          <a:xfrm>
            <a:off x="1508747" y="4421604"/>
            <a:ext cx="21592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+ Work Distribution</a:t>
            </a:r>
          </a:p>
          <a:p>
            <a:endParaRPr lang="de-DE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3" name="Rechtwinkliges Dreieck 22">
            <a:extLst>
              <a:ext uri="{FF2B5EF4-FFF2-40B4-BE49-F238E27FC236}">
                <a16:creationId xmlns:a16="http://schemas.microsoft.com/office/drawing/2014/main" id="{4B001155-E00A-4FA7-AB88-FE49151789E4}"/>
              </a:ext>
            </a:extLst>
          </p:cNvPr>
          <p:cNvSpPr/>
          <p:nvPr/>
        </p:nvSpPr>
        <p:spPr>
          <a:xfrm flipH="1">
            <a:off x="12195810" y="-50256"/>
            <a:ext cx="6362700" cy="6931116"/>
          </a:xfrm>
          <a:prstGeom prst="rtTriangle">
            <a:avLst/>
          </a:prstGeom>
          <a:gradFill>
            <a:gsLst>
              <a:gs pos="0">
                <a:schemeClr val="accent4">
                  <a:lumMod val="5000"/>
                  <a:lumOff val="95000"/>
                </a:schemeClr>
              </a:gs>
              <a:gs pos="54000">
                <a:schemeClr val="bg1"/>
              </a:gs>
              <a:gs pos="0">
                <a:schemeClr val="bg2">
                  <a:lumMod val="7500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680970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29000">
              <a:schemeClr val="tx1"/>
            </a:gs>
            <a:gs pos="83000">
              <a:schemeClr val="tx1"/>
            </a:gs>
            <a:gs pos="100000">
              <a:schemeClr val="tx1"/>
            </a:gs>
          </a:gsLst>
          <a:lin ang="81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D0C918-563C-9258-51ED-E1520D2F9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afik 20">
            <a:extLst>
              <a:ext uri="{FF2B5EF4-FFF2-40B4-BE49-F238E27FC236}">
                <a16:creationId xmlns:a16="http://schemas.microsoft.com/office/drawing/2014/main" id="{5AB2A80E-B5F0-165C-7944-8B004D19BA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2002" y="-369706"/>
            <a:ext cx="3238637" cy="2159091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E33CF009-EC9C-58E9-CFB6-4D6E995B6D1A}"/>
              </a:ext>
            </a:extLst>
          </p:cNvPr>
          <p:cNvSpPr txBox="1"/>
          <p:nvPr/>
        </p:nvSpPr>
        <p:spPr>
          <a:xfrm>
            <a:off x="708660" y="1485567"/>
            <a:ext cx="33025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Following</a:t>
            </a:r>
            <a:r>
              <a:rPr lang="de-DE" sz="32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sz="3200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Steps</a:t>
            </a:r>
            <a:endParaRPr lang="de-DE" sz="3200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" name="Rechtwinkliges Dreieck 3">
            <a:extLst>
              <a:ext uri="{FF2B5EF4-FFF2-40B4-BE49-F238E27FC236}">
                <a16:creationId xmlns:a16="http://schemas.microsoft.com/office/drawing/2014/main" id="{6A34FDA7-4FF3-9EF6-8623-C4908921F7B0}"/>
              </a:ext>
            </a:extLst>
          </p:cNvPr>
          <p:cNvSpPr/>
          <p:nvPr/>
        </p:nvSpPr>
        <p:spPr>
          <a:xfrm flipH="1">
            <a:off x="5863590" y="-50256"/>
            <a:ext cx="6362700" cy="6931116"/>
          </a:xfrm>
          <a:prstGeom prst="rtTriangle">
            <a:avLst/>
          </a:prstGeom>
          <a:gradFill>
            <a:gsLst>
              <a:gs pos="0">
                <a:schemeClr val="accent4">
                  <a:lumMod val="5000"/>
                  <a:lumOff val="95000"/>
                </a:schemeClr>
              </a:gs>
              <a:gs pos="54000">
                <a:schemeClr val="bg1"/>
              </a:gs>
              <a:gs pos="0">
                <a:schemeClr val="bg2">
                  <a:lumMod val="7500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F223D845-A547-AFEE-BAB2-B5448D814AB6}"/>
              </a:ext>
            </a:extLst>
          </p:cNvPr>
          <p:cNvSpPr txBox="1"/>
          <p:nvPr/>
        </p:nvSpPr>
        <p:spPr>
          <a:xfrm>
            <a:off x="708661" y="2615083"/>
            <a:ext cx="692459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Integrate</a:t>
            </a:r>
            <a:r>
              <a:rPr lang="de-DE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Feedback:</a:t>
            </a:r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lvl="1"/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- Use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insights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from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different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user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groups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and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presentation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feedback</a:t>
            </a:r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742950" lvl="1" indent="-285750">
              <a:buFontTx/>
              <a:buChar char="-"/>
            </a:pP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Improve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usability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and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structure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accordingly</a:t>
            </a:r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742950" lvl="1" indent="-285750">
              <a:buFontTx/>
              <a:buChar char="-"/>
            </a:pPr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de-DE" b="1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Figma</a:t>
            </a:r>
            <a:r>
              <a:rPr lang="de-DE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+ Validation:</a:t>
            </a:r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lvl="1"/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- Create a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functional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prototype in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Figma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based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on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our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paper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prototype</a:t>
            </a:r>
          </a:p>
          <a:p>
            <a:pPr lvl="1"/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- Gather additional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feedback</a:t>
            </a:r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lvl="1"/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- Test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user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interaction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with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</a:t>
            </a:r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interface</a:t>
            </a:r>
          </a:p>
          <a:p>
            <a:pPr lvl="1"/>
            <a:r>
              <a:rPr lang="de-DE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Wingdings" pitchFamily="2" charset="2"/>
              </a:rPr>
              <a:t> </a:t>
            </a:r>
            <a:r>
              <a:rPr lang="de-DE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Wingdings" pitchFamily="2" charset="2"/>
              </a:rPr>
              <a:t>Endproduct</a:t>
            </a:r>
            <a:endParaRPr lang="de-DE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endParaRPr lang="de-DE" b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60893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FA809B-A5C4-FA34-72FC-B3EC3FB08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5EBD44-3E48-8532-D2C2-133CBEC766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05654" y="2741576"/>
            <a:ext cx="6357367" cy="1091535"/>
          </a:xfrm>
        </p:spPr>
        <p:txBody>
          <a:bodyPr>
            <a:normAutofit/>
          </a:bodyPr>
          <a:lstStyle/>
          <a:p>
            <a:r>
              <a:rPr lang="de-DE" sz="54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Questions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3239E9B4-D51B-D6AE-31DF-5621A8F883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41649" y="-400449"/>
            <a:ext cx="3921632" cy="2614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8346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554</Words>
  <Application>Microsoft Macintosh PowerPoint</Application>
  <PresentationFormat>Breitbild</PresentationFormat>
  <Paragraphs>169</Paragraphs>
  <Slides>25</Slides>
  <Notes>25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25</vt:i4>
      </vt:variant>
    </vt:vector>
  </HeadingPairs>
  <TitlesOfParts>
    <vt:vector size="30" baseType="lpstr">
      <vt:lpstr>Aptos</vt:lpstr>
      <vt:lpstr>Aptos Display</vt:lpstr>
      <vt:lpstr>Arial</vt:lpstr>
      <vt:lpstr>Helvetica Neue</vt:lpstr>
      <vt:lpstr>Office</vt:lpstr>
      <vt:lpstr>Printforge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Weigl</dc:creator>
  <cp:lastModifiedBy>Thomas Weigl</cp:lastModifiedBy>
  <cp:revision>9</cp:revision>
  <dcterms:created xsi:type="dcterms:W3CDTF">2026-04-30T10:41:42Z</dcterms:created>
  <dcterms:modified xsi:type="dcterms:W3CDTF">2026-05-18T07:57:59Z</dcterms:modified>
</cp:coreProperties>
</file>